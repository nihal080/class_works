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5"/>
  </p:notesMasterIdLst>
  <p:handoutMasterIdLst>
    <p:handoutMasterId r:id="rId16"/>
  </p:handoutMasterIdLst>
  <p:sldIdLst>
    <p:sldId id="257" r:id="rId5"/>
    <p:sldId id="282" r:id="rId6"/>
    <p:sldId id="283" r:id="rId7"/>
    <p:sldId id="287" r:id="rId8"/>
    <p:sldId id="289" r:id="rId9"/>
    <p:sldId id="290" r:id="rId10"/>
    <p:sldId id="284" r:id="rId11"/>
    <p:sldId id="286" r:id="rId12"/>
    <p:sldId id="291" r:id="rId13"/>
    <p:sldId id="277" r:id="rId14"/>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008">
          <p15:clr>
            <a:srgbClr val="A4A3A4"/>
          </p15:clr>
        </p15:guide>
        <p15:guide id="3" orient="horz" pos="3792">
          <p15:clr>
            <a:srgbClr val="A4A3A4"/>
          </p15:clr>
        </p15:guide>
        <p15:guide id="4" orient="horz" pos="336">
          <p15:clr>
            <a:srgbClr val="A4A3A4"/>
          </p15:clr>
        </p15:guide>
        <p15:guide id="5" orient="horz" pos="1920">
          <p15:clr>
            <a:srgbClr val="A4A3A4"/>
          </p15:clr>
        </p15:guide>
        <p15:guide id="6" orient="horz" pos="3984">
          <p15:clr>
            <a:srgbClr val="A4A3A4"/>
          </p15:clr>
        </p15:guide>
        <p15:guide id="7" orient="horz" pos="1152">
          <p15:clr>
            <a:srgbClr val="A4A3A4"/>
          </p15:clr>
        </p15:guide>
        <p15:guide id="8" pos="3839">
          <p15:clr>
            <a:srgbClr val="A4A3A4"/>
          </p15:clr>
        </p15:guide>
        <p15:guide id="9" pos="671">
          <p15:clr>
            <a:srgbClr val="A4A3A4"/>
          </p15:clr>
        </p15:guide>
        <p15:guide id="10" pos="7007">
          <p15:clr>
            <a:srgbClr val="A4A3A4"/>
          </p15:clr>
        </p15:guide>
        <p15:guide id="11" pos="6143">
          <p15:clr>
            <a:srgbClr val="A4A3A4"/>
          </p15:clr>
        </p15:guide>
        <p15:guide id="12" pos="3263">
          <p15:clr>
            <a:srgbClr val="A4A3A4"/>
          </p15:clr>
        </p15:guide>
        <p15:guide id="13" pos="7391">
          <p15:clr>
            <a:srgbClr val="A4A3A4"/>
          </p15:clr>
        </p15:guide>
        <p15:guide id="14" pos="3695">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94879" autoAdjust="0"/>
  </p:normalViewPr>
  <p:slideViewPr>
    <p:cSldViewPr showGuides="1">
      <p:cViewPr varScale="1">
        <p:scale>
          <a:sx n="45" d="100"/>
          <a:sy n="45" d="100"/>
        </p:scale>
        <p:origin x="53" y="768"/>
      </p:cViewPr>
      <p:guideLst>
        <p:guide orient="horz" pos="2160"/>
        <p:guide orient="horz" pos="1008"/>
        <p:guide orient="horz" pos="3792"/>
        <p:guide orient="horz" pos="336"/>
        <p:guide orient="horz" pos="1920"/>
        <p:guide orient="horz" pos="3984"/>
        <p:guide orient="horz" pos="1152"/>
        <p:guide pos="3839"/>
        <p:guide pos="671"/>
        <p:guide pos="7007"/>
        <p:guide pos="6143"/>
        <p:guide pos="3263"/>
        <p:guide pos="7391"/>
        <p:guide pos="3695"/>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howGuides="1">
      <p:cViewPr varScale="1">
        <p:scale>
          <a:sx n="73" d="100"/>
          <a:sy n="73" d="100"/>
        </p:scale>
        <p:origin x="2126" y="29"/>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CE221E-83ED-4F6C-BA5F-3F9E6FDB6953}" type="datetimeFigureOut">
              <a:rPr lang="en-US"/>
              <a:t>4/16/2026</a:t>
            </a:fld>
            <a:endParaRPr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A4CBEF8-5CDE-472B-839B-B8BB0C881006}" type="slidenum">
              <a:rPr/>
              <a:t>‹#›</a:t>
            </a:fld>
            <a:endParaRPr dirty="0"/>
          </a:p>
        </p:txBody>
      </p:sp>
    </p:spTree>
    <p:extLst>
      <p:ext uri="{BB962C8B-B14F-4D97-AF65-F5344CB8AC3E}">
        <p14:creationId xmlns:p14="http://schemas.microsoft.com/office/powerpoint/2010/main" val="42632892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7853E5F-CE67-483C-A264-F17AC70E9CA2}" type="datetimeFigureOut">
              <a:rPr lang="en-US"/>
              <a:t>4/16/2026</a:t>
            </a:fld>
            <a:endParaRPr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B98AFB-CB0D-4DFE-87B9-B4B0D0DE73CD}" type="slidenum">
              <a:rPr/>
              <a:t>‹#›</a:t>
            </a:fld>
            <a:endParaRPr dirty="0"/>
          </a:p>
        </p:txBody>
      </p:sp>
    </p:spTree>
    <p:extLst>
      <p:ext uri="{BB962C8B-B14F-4D97-AF65-F5344CB8AC3E}">
        <p14:creationId xmlns:p14="http://schemas.microsoft.com/office/powerpoint/2010/main" val="25128058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BB98AFB-CB0D-4DFE-87B9-B4B0D0DE73CD}" type="slidenum">
              <a:rPr lang="en-US" smtClean="0"/>
              <a:t>1</a:t>
            </a:fld>
            <a:endParaRPr lang="en-US" dirty="0"/>
          </a:p>
        </p:txBody>
      </p:sp>
    </p:spTree>
    <p:extLst>
      <p:ext uri="{BB962C8B-B14F-4D97-AF65-F5344CB8AC3E}">
        <p14:creationId xmlns:p14="http://schemas.microsoft.com/office/powerpoint/2010/main" val="286401476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pic>
        <p:nvPicPr>
          <p:cNvPr id="8" name="Picture 7" descr="A white circles on a black background&#10;&#10;Description automatically generated">
            <a:extLst>
              <a:ext uri="{FF2B5EF4-FFF2-40B4-BE49-F238E27FC236}">
                <a16:creationId xmlns:a16="http://schemas.microsoft.com/office/drawing/2014/main" id="{05185B01-840C-72E0-FF30-8EE18CFC550E}"/>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1504" r="4105" b="14441"/>
          <a:stretch/>
        </p:blipFill>
        <p:spPr>
          <a:xfrm>
            <a:off x="3275012" y="0"/>
            <a:ext cx="8913812" cy="6867457"/>
          </a:xfrm>
          <a:prstGeom prst="rect">
            <a:avLst/>
          </a:prstGeom>
        </p:spPr>
      </p:pic>
      <p:sp>
        <p:nvSpPr>
          <p:cNvPr id="2" name="Title 1"/>
          <p:cNvSpPr>
            <a:spLocks noGrp="1"/>
          </p:cNvSpPr>
          <p:nvPr>
            <p:ph type="title"/>
          </p:nvPr>
        </p:nvSpPr>
        <p:spPr>
          <a:xfrm>
            <a:off x="684212" y="1295400"/>
            <a:ext cx="10287000" cy="3886200"/>
          </a:xfrm>
        </p:spPr>
        <p:txBody>
          <a:bodyPr anchor="b">
            <a:normAutofit/>
          </a:bodyPr>
          <a:lstStyle>
            <a:lvl1pPr marL="0" indent="0" algn="l">
              <a:lnSpc>
                <a:spcPct val="100000"/>
              </a:lnSpc>
              <a:defRPr sz="6600"/>
            </a:lvl1pPr>
          </a:lstStyle>
          <a:p>
            <a:r>
              <a:rPr lang="en-US"/>
              <a:t>Click to edit Master title style</a:t>
            </a:r>
            <a:endParaRPr dirty="0"/>
          </a:p>
        </p:txBody>
      </p:sp>
      <p:sp>
        <p:nvSpPr>
          <p:cNvPr id="10" name="Text Placeholder 9">
            <a:extLst>
              <a:ext uri="{FF2B5EF4-FFF2-40B4-BE49-F238E27FC236}">
                <a16:creationId xmlns:a16="http://schemas.microsoft.com/office/drawing/2014/main" id="{695FDDB8-B25B-0452-0EE6-99D1F02803F7}"/>
              </a:ext>
            </a:extLst>
          </p:cNvPr>
          <p:cNvSpPr>
            <a:spLocks noGrp="1"/>
          </p:cNvSpPr>
          <p:nvPr>
            <p:ph type="body" sz="quarter" idx="10"/>
          </p:nvPr>
        </p:nvSpPr>
        <p:spPr>
          <a:xfrm>
            <a:off x="684212" y="5600700"/>
            <a:ext cx="10287000" cy="533400"/>
          </a:xfrm>
        </p:spPr>
        <p:txBody>
          <a:bodyPr anchor="t">
            <a:normAutofit/>
          </a:bodyPr>
          <a:lstStyle>
            <a:lvl1pPr marL="45720" indent="0" algn="l">
              <a:buNone/>
              <a:defRPr sz="2400"/>
            </a:lvl1pPr>
          </a:lstStyle>
          <a:p>
            <a:pPr lvl="0"/>
            <a:r>
              <a:rPr lang="en-US"/>
              <a:t>Click to edit Master text styles</a:t>
            </a:r>
          </a:p>
        </p:txBody>
      </p:sp>
      <p:sp>
        <p:nvSpPr>
          <p:cNvPr id="3" name="Cross 2">
            <a:extLst>
              <a:ext uri="{FF2B5EF4-FFF2-40B4-BE49-F238E27FC236}">
                <a16:creationId xmlns:a16="http://schemas.microsoft.com/office/drawing/2014/main" id="{29F0C076-A364-A8D3-F322-AC2A18341617}"/>
              </a:ext>
            </a:extLst>
          </p:cNvPr>
          <p:cNvSpPr/>
          <p:nvPr userDrawn="1"/>
        </p:nvSpPr>
        <p:spPr>
          <a:xfrm>
            <a:off x="10975566" y="4987103"/>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Cross 3">
            <a:extLst>
              <a:ext uri="{FF2B5EF4-FFF2-40B4-BE49-F238E27FC236}">
                <a16:creationId xmlns:a16="http://schemas.microsoft.com/office/drawing/2014/main" id="{921F5FF9-DFA3-CF00-B31A-21C261392B15}"/>
              </a:ext>
            </a:extLst>
          </p:cNvPr>
          <p:cNvSpPr/>
          <p:nvPr userDrawn="1"/>
        </p:nvSpPr>
        <p:spPr>
          <a:xfrm>
            <a:off x="10118724" y="3581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Tree>
    <p:extLst>
      <p:ext uri="{BB962C8B-B14F-4D97-AF65-F5344CB8AC3E}">
        <p14:creationId xmlns:p14="http://schemas.microsoft.com/office/powerpoint/2010/main" val="8302412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67777CD-9A1F-DEEA-2595-9E892C952556}"/>
              </a:ext>
            </a:extLst>
          </p:cNvPr>
          <p:cNvSpPr/>
          <p:nvPr userDrawn="1"/>
        </p:nvSpPr>
        <p:spPr>
          <a:xfrm>
            <a:off x="-1" y="0"/>
            <a:ext cx="12188825" cy="6858000"/>
          </a:xfrm>
          <a:prstGeom prst="rect">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DF4D3028-A414-148B-F10C-466ED585BCD9}"/>
              </a:ext>
            </a:extLst>
          </p:cNvPr>
          <p:cNvSpPr/>
          <p:nvPr userDrawn="1"/>
        </p:nvSpPr>
        <p:spPr>
          <a:xfrm>
            <a:off x="-1" y="1586"/>
            <a:ext cx="3428208" cy="6856414"/>
          </a:xfrm>
          <a:custGeom>
            <a:avLst/>
            <a:gdLst>
              <a:gd name="connsiteX0" fmla="*/ 1 w 3428208"/>
              <a:gd name="connsiteY0" fmla="*/ 0 h 6856414"/>
              <a:gd name="connsiteX1" fmla="*/ 3428208 w 3428208"/>
              <a:gd name="connsiteY1" fmla="*/ 3428207 h 6856414"/>
              <a:gd name="connsiteX2" fmla="*/ 1 w 3428208"/>
              <a:gd name="connsiteY2" fmla="*/ 6856414 h 6856414"/>
              <a:gd name="connsiteX3" fmla="*/ 0 w 3428208"/>
              <a:gd name="connsiteY3" fmla="*/ 6856414 h 6856414"/>
              <a:gd name="connsiteX4" fmla="*/ 0 w 3428208"/>
              <a:gd name="connsiteY4" fmla="*/ 0 h 68564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28208" h="6856414">
                <a:moveTo>
                  <a:pt x="1" y="0"/>
                </a:moveTo>
                <a:cubicBezTo>
                  <a:pt x="1893347" y="0"/>
                  <a:pt x="3428208" y="1534861"/>
                  <a:pt x="3428208" y="3428207"/>
                </a:cubicBezTo>
                <a:cubicBezTo>
                  <a:pt x="3428208" y="5321553"/>
                  <a:pt x="1893347" y="6856414"/>
                  <a:pt x="1" y="6856414"/>
                </a:cubicBezTo>
                <a:lnTo>
                  <a:pt x="0" y="6856414"/>
                </a:lnTo>
                <a:lnTo>
                  <a:pt x="0" y="0"/>
                </a:ln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9" name="Title 1">
            <a:extLst>
              <a:ext uri="{FF2B5EF4-FFF2-40B4-BE49-F238E27FC236}">
                <a16:creationId xmlns:a16="http://schemas.microsoft.com/office/drawing/2014/main" id="{0EB111F7-2027-1E41-1C02-BA5AA37EA221}"/>
              </a:ext>
            </a:extLst>
          </p:cNvPr>
          <p:cNvSpPr>
            <a:spLocks noGrp="1"/>
          </p:cNvSpPr>
          <p:nvPr>
            <p:ph type="title"/>
          </p:nvPr>
        </p:nvSpPr>
        <p:spPr>
          <a:xfrm>
            <a:off x="989012" y="723900"/>
            <a:ext cx="4114800" cy="5295900"/>
          </a:xfrm>
        </p:spPr>
        <p:txBody>
          <a:bodyPr anchor="ctr">
            <a:normAutofit/>
          </a:bodyPr>
          <a:lstStyle>
            <a:lvl1pPr algn="r">
              <a:lnSpc>
                <a:spcPct val="100000"/>
              </a:lnSpc>
              <a:defRPr sz="48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Content Placeholder 2"/>
          <p:cNvSpPr>
            <a:spLocks noGrp="1"/>
          </p:cNvSpPr>
          <p:nvPr>
            <p:ph idx="1"/>
          </p:nvPr>
        </p:nvSpPr>
        <p:spPr>
          <a:xfrm>
            <a:off x="6932612" y="1981200"/>
            <a:ext cx="4114800" cy="2854781"/>
          </a:xfrm>
        </p:spPr>
        <p:txBody>
          <a:bodyPr anchor="ctr"/>
          <a:lstStyle>
            <a:lvl1pPr marL="45720" indent="0">
              <a:buNone/>
              <a:defRPr>
                <a:solidFill>
                  <a:schemeClr val="tx1">
                    <a:lumMod val="85000"/>
                    <a:lumOff val="15000"/>
                  </a:schemeClr>
                </a:solidFill>
              </a:defRPr>
            </a:lvl1pPr>
            <a:lvl2pPr marL="365760" indent="0">
              <a:buNone/>
              <a:defRPr>
                <a:solidFill>
                  <a:schemeClr val="tx1">
                    <a:lumMod val="85000"/>
                    <a:lumOff val="15000"/>
                  </a:schemeClr>
                </a:solidFill>
              </a:defRPr>
            </a:lvl2pPr>
            <a:lvl3pPr marL="594360" indent="0">
              <a:buNone/>
              <a:defRPr>
                <a:solidFill>
                  <a:schemeClr val="tx1">
                    <a:lumMod val="85000"/>
                    <a:lumOff val="15000"/>
                  </a:schemeClr>
                </a:solidFill>
              </a:defRPr>
            </a:lvl3pPr>
            <a:lvl4pPr marL="777240" indent="0">
              <a:buNone/>
              <a:defRPr>
                <a:solidFill>
                  <a:schemeClr val="tx1">
                    <a:lumMod val="85000"/>
                    <a:lumOff val="15000"/>
                  </a:schemeClr>
                </a:solidFill>
              </a:defRPr>
            </a:lvl4pPr>
            <a:lvl5pPr marL="960120" indent="0">
              <a:buNone/>
              <a:defRPr>
                <a:solidFill>
                  <a:schemeClr val="tx1">
                    <a:lumMod val="85000"/>
                    <a:lumOff val="1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ross 13">
            <a:extLst>
              <a:ext uri="{FF2B5EF4-FFF2-40B4-BE49-F238E27FC236}">
                <a16:creationId xmlns:a16="http://schemas.microsoft.com/office/drawing/2014/main" id="{02A1E7CF-4DB4-D31C-D6AA-D368DA17CD5F}"/>
              </a:ext>
            </a:extLst>
          </p:cNvPr>
          <p:cNvSpPr/>
          <p:nvPr userDrawn="1"/>
        </p:nvSpPr>
        <p:spPr>
          <a:xfrm>
            <a:off x="4837509" y="91440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5" name="Cross 14">
            <a:extLst>
              <a:ext uri="{FF2B5EF4-FFF2-40B4-BE49-F238E27FC236}">
                <a16:creationId xmlns:a16="http://schemas.microsoft.com/office/drawing/2014/main" id="{E47E8503-C2AB-07F1-FD1F-A529E414E168}"/>
              </a:ext>
            </a:extLst>
          </p:cNvPr>
          <p:cNvSpPr/>
          <p:nvPr userDrawn="1"/>
        </p:nvSpPr>
        <p:spPr>
          <a:xfrm>
            <a:off x="3085307" y="5695950"/>
            <a:ext cx="685800" cy="685800"/>
          </a:xfrm>
          <a:prstGeom prst="plus">
            <a:avLst>
              <a:gd name="adj" fmla="val 39796"/>
            </a:avLst>
          </a:prstGeom>
          <a:gradFill>
            <a:gsLst>
              <a:gs pos="0">
                <a:schemeClr val="bg1">
                  <a:alpha val="0"/>
                </a:schemeClr>
              </a:gs>
              <a:gs pos="100000">
                <a:schemeClr val="bg1"/>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2" name="Left Brace 1">
            <a:extLst>
              <a:ext uri="{FF2B5EF4-FFF2-40B4-BE49-F238E27FC236}">
                <a16:creationId xmlns:a16="http://schemas.microsoft.com/office/drawing/2014/main" id="{8020F553-E264-0059-F1EB-47039048DC6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Tree>
    <p:extLst>
      <p:ext uri="{BB962C8B-B14F-4D97-AF65-F5344CB8AC3E}">
        <p14:creationId xmlns:p14="http://schemas.microsoft.com/office/powerpoint/2010/main" val="148898435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ing with Phone image">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45C0889D-74A2-974C-BB02-FA1F7BE369E2}"/>
              </a:ext>
            </a:extLst>
          </p:cNvPr>
          <p:cNvSpPr/>
          <p:nvPr userDrawn="1"/>
        </p:nvSpPr>
        <p:spPr>
          <a:xfrm>
            <a:off x="6704012" y="1148418"/>
            <a:ext cx="4561165" cy="4561165"/>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8" name="Graphic 7">
            <a:extLst>
              <a:ext uri="{FF2B5EF4-FFF2-40B4-BE49-F238E27FC236}">
                <a16:creationId xmlns:a16="http://schemas.microsoft.com/office/drawing/2014/main" id="{2DAE856D-3749-4D3B-9F33-A46528589FE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432079" y="598170"/>
            <a:ext cx="3096221" cy="5661660"/>
          </a:xfrm>
          <a:prstGeom prst="rect">
            <a:avLst/>
          </a:prstGeom>
        </p:spPr>
      </p:pic>
      <p:sp>
        <p:nvSpPr>
          <p:cNvPr id="9" name="Cross 8">
            <a:extLst>
              <a:ext uri="{FF2B5EF4-FFF2-40B4-BE49-F238E27FC236}">
                <a16:creationId xmlns:a16="http://schemas.microsoft.com/office/drawing/2014/main" id="{7A96460A-640C-6025-AAB5-344AB2A405D1}"/>
              </a:ext>
            </a:extLst>
          </p:cNvPr>
          <p:cNvSpPr/>
          <p:nvPr userDrawn="1"/>
        </p:nvSpPr>
        <p:spPr>
          <a:xfrm>
            <a:off x="10818812" y="535307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Cross 10">
            <a:extLst>
              <a:ext uri="{FF2B5EF4-FFF2-40B4-BE49-F238E27FC236}">
                <a16:creationId xmlns:a16="http://schemas.microsoft.com/office/drawing/2014/main" id="{471314FF-EA0B-8DDE-B558-885A876FB0D5}"/>
              </a:ext>
            </a:extLst>
          </p:cNvPr>
          <p:cNvSpPr/>
          <p:nvPr userDrawn="1"/>
        </p:nvSpPr>
        <p:spPr>
          <a:xfrm>
            <a:off x="6335910" y="805517"/>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6372818" cy="4038600"/>
          </a:xfrm>
        </p:spPr>
        <p:txBody>
          <a:bodyPr anchor="b">
            <a:normAutofit/>
          </a:bodyPr>
          <a:lstStyle>
            <a:lvl1pPr marL="0" indent="0" algn="l">
              <a:lnSpc>
                <a:spcPct val="100000"/>
              </a:lnSpc>
              <a:defRPr sz="4800"/>
            </a:lvl1pPr>
          </a:lstStyle>
          <a:p>
            <a:r>
              <a:rPr lang="en-US"/>
              <a:t>Click to edit Master title style</a:t>
            </a:r>
            <a:endParaRPr dirty="0"/>
          </a:p>
        </p:txBody>
      </p:sp>
      <p:sp>
        <p:nvSpPr>
          <p:cNvPr id="5" name="Text Placeholder 9">
            <a:extLst>
              <a:ext uri="{FF2B5EF4-FFF2-40B4-BE49-F238E27FC236}">
                <a16:creationId xmlns:a16="http://schemas.microsoft.com/office/drawing/2014/main" id="{EEFF6782-6ABD-DEB0-6FD1-1263A5469A24}"/>
              </a:ext>
            </a:extLst>
          </p:cNvPr>
          <p:cNvSpPr>
            <a:spLocks noGrp="1"/>
          </p:cNvSpPr>
          <p:nvPr>
            <p:ph type="body" sz="quarter" idx="10"/>
          </p:nvPr>
        </p:nvSpPr>
        <p:spPr>
          <a:xfrm>
            <a:off x="608012" y="4876800"/>
            <a:ext cx="6372817" cy="1104898"/>
          </a:xfrm>
        </p:spPr>
        <p:txBody>
          <a:bodyPr anchor="t">
            <a:normAutofit/>
          </a:bodyPr>
          <a:lstStyle>
            <a:lvl1pPr marL="45720" indent="0" algn="l">
              <a:buNone/>
              <a:defRPr sz="2000"/>
            </a:lvl1pPr>
          </a:lstStyle>
          <a:p>
            <a:pPr lvl="0"/>
            <a:r>
              <a:rPr lang="en-US"/>
              <a:t>Click to edit Master text styles</a:t>
            </a:r>
          </a:p>
        </p:txBody>
      </p:sp>
      <p:sp>
        <p:nvSpPr>
          <p:cNvPr id="16" name="Picture Placeholder 15">
            <a:extLst>
              <a:ext uri="{FF2B5EF4-FFF2-40B4-BE49-F238E27FC236}">
                <a16:creationId xmlns:a16="http://schemas.microsoft.com/office/drawing/2014/main" id="{5BA3F629-2405-DC90-C212-6F3D52B95D9B}"/>
              </a:ext>
            </a:extLst>
          </p:cNvPr>
          <p:cNvSpPr>
            <a:spLocks noGrp="1"/>
          </p:cNvSpPr>
          <p:nvPr>
            <p:ph type="pic" sz="quarter" idx="15"/>
          </p:nvPr>
        </p:nvSpPr>
        <p:spPr>
          <a:xfrm>
            <a:off x="7765046" y="883471"/>
            <a:ext cx="2439096" cy="5091059"/>
          </a:xfrm>
          <a:custGeom>
            <a:avLst/>
            <a:gdLst>
              <a:gd name="connsiteX0" fmla="*/ 340815 w 2439096"/>
              <a:gd name="connsiteY0" fmla="*/ 0 h 5091059"/>
              <a:gd name="connsiteX1" fmla="*/ 2098281 w 2439096"/>
              <a:gd name="connsiteY1" fmla="*/ 0 h 5091059"/>
              <a:gd name="connsiteX2" fmla="*/ 2439096 w 2439096"/>
              <a:gd name="connsiteY2" fmla="*/ 340815 h 5091059"/>
              <a:gd name="connsiteX3" fmla="*/ 2439096 w 2439096"/>
              <a:gd name="connsiteY3" fmla="*/ 495300 h 5091059"/>
              <a:gd name="connsiteX4" fmla="*/ 2439096 w 2439096"/>
              <a:gd name="connsiteY4" fmla="*/ 4750244 h 5091059"/>
              <a:gd name="connsiteX5" fmla="*/ 2098281 w 2439096"/>
              <a:gd name="connsiteY5" fmla="*/ 5091059 h 5091059"/>
              <a:gd name="connsiteX6" fmla="*/ 340815 w 2439096"/>
              <a:gd name="connsiteY6" fmla="*/ 5091059 h 5091059"/>
              <a:gd name="connsiteX7" fmla="*/ 0 w 2439096"/>
              <a:gd name="connsiteY7" fmla="*/ 4750244 h 5091059"/>
              <a:gd name="connsiteX8" fmla="*/ 0 w 2439096"/>
              <a:gd name="connsiteY8" fmla="*/ 495300 h 5091059"/>
              <a:gd name="connsiteX9" fmla="*/ 0 w 2439096"/>
              <a:gd name="connsiteY9" fmla="*/ 340815 h 5091059"/>
              <a:gd name="connsiteX10" fmla="*/ 340815 w 2439096"/>
              <a:gd name="connsiteY10" fmla="*/ 0 h 50910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39096" h="5091059">
                <a:moveTo>
                  <a:pt x="340815" y="0"/>
                </a:moveTo>
                <a:lnTo>
                  <a:pt x="2098281" y="0"/>
                </a:lnTo>
                <a:cubicBezTo>
                  <a:pt x="2286508" y="0"/>
                  <a:pt x="2439096" y="152588"/>
                  <a:pt x="2439096" y="340815"/>
                </a:cubicBezTo>
                <a:lnTo>
                  <a:pt x="2439096" y="495300"/>
                </a:lnTo>
                <a:lnTo>
                  <a:pt x="2439096" y="4750244"/>
                </a:lnTo>
                <a:cubicBezTo>
                  <a:pt x="2439096" y="4938471"/>
                  <a:pt x="2286508" y="5091059"/>
                  <a:pt x="2098281" y="5091059"/>
                </a:cubicBezTo>
                <a:lnTo>
                  <a:pt x="340815" y="5091059"/>
                </a:lnTo>
                <a:cubicBezTo>
                  <a:pt x="152588" y="5091059"/>
                  <a:pt x="0" y="4938471"/>
                  <a:pt x="0" y="4750244"/>
                </a:cubicBezTo>
                <a:lnTo>
                  <a:pt x="0" y="495300"/>
                </a:lnTo>
                <a:lnTo>
                  <a:pt x="0" y="340815"/>
                </a:lnTo>
                <a:cubicBezTo>
                  <a:pt x="0" y="152588"/>
                  <a:pt x="152588" y="0"/>
                  <a:pt x="340815"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850473738"/>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1C3968AF-EB74-3889-A3BA-E759CFD47B12}"/>
              </a:ext>
            </a:extLst>
          </p:cNvPr>
          <p:cNvSpPr/>
          <p:nvPr userDrawn="1"/>
        </p:nvSpPr>
        <p:spPr>
          <a:xfrm>
            <a:off x="3275012" y="609600"/>
            <a:ext cx="5638800" cy="5638800"/>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2" name="Title 1">
            <a:extLst>
              <a:ext uri="{FF2B5EF4-FFF2-40B4-BE49-F238E27FC236}">
                <a16:creationId xmlns:a16="http://schemas.microsoft.com/office/drawing/2014/main" id="{266838CB-A9BC-715A-18FE-06CCE4A9CAFC}"/>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3" name="Text Placeholder 10">
            <a:extLst>
              <a:ext uri="{FF2B5EF4-FFF2-40B4-BE49-F238E27FC236}">
                <a16:creationId xmlns:a16="http://schemas.microsoft.com/office/drawing/2014/main" id="{454B8043-D1DD-E2EA-772B-D8D38CD37D14}"/>
              </a:ext>
            </a:extLst>
          </p:cNvPr>
          <p:cNvSpPr>
            <a:spLocks noGrp="1"/>
          </p:cNvSpPr>
          <p:nvPr>
            <p:ph type="body" sz="quarter" idx="14"/>
          </p:nvPr>
        </p:nvSpPr>
        <p:spPr>
          <a:xfrm>
            <a:off x="6768305" y="2022021"/>
            <a:ext cx="4443413" cy="281396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2743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2pPr>
            <a:lvl3pPr marL="59436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3pPr>
            <a:lvl4pPr marL="77724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smtClean="0">
                <a:solidFill>
                  <a:schemeClr val="tx1">
                    <a:lumMod val="85000"/>
                    <a:lumOff val="15000"/>
                  </a:schemeClr>
                </a:solidFill>
                <a:latin typeface="+mn-lt"/>
                <a:ea typeface="+mn-ea"/>
                <a:cs typeface="+mn-cs"/>
              </a:defRPr>
            </a:lvl4pPr>
            <a:lvl5pPr marL="960120" indent="-228600" algn="l" defTabSz="914400" rtl="0" eaLnBrk="1" latinLnBrk="0" hangingPunct="1">
              <a:lnSpc>
                <a:spcPct val="110000"/>
              </a:lnSpc>
              <a:spcBef>
                <a:spcPts val="1800"/>
              </a:spcBef>
              <a:buClr>
                <a:schemeClr val="tx1">
                  <a:lumMod val="65000"/>
                  <a:lumOff val="35000"/>
                </a:schemeClr>
              </a:buClr>
              <a:buSzPct val="80000"/>
              <a:buFont typeface="Arial" panose="020B0604020202020204" pitchFamily="34" charset="0"/>
              <a:buChar char="•"/>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32422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F4264E2-719A-1CB0-CD0C-B90AD51C2384}"/>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9" name="Cross 8">
            <a:extLst>
              <a:ext uri="{FF2B5EF4-FFF2-40B4-BE49-F238E27FC236}">
                <a16:creationId xmlns:a16="http://schemas.microsoft.com/office/drawing/2014/main" id="{7A96460A-640C-6025-AAB5-344AB2A405D1}"/>
              </a:ext>
            </a:extLst>
          </p:cNvPr>
          <p:cNvSpPr/>
          <p:nvPr userDrawn="1"/>
        </p:nvSpPr>
        <p:spPr>
          <a:xfrm>
            <a:off x="8151812" y="567055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3" name="Title 1">
            <a:extLst>
              <a:ext uri="{FF2B5EF4-FFF2-40B4-BE49-F238E27FC236}">
                <a16:creationId xmlns:a16="http://schemas.microsoft.com/office/drawing/2014/main" id="{FC60D2C4-E19C-088F-24AA-92F4628799CB}"/>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10" name="Slide Number Placeholder 5">
            <a:extLst>
              <a:ext uri="{FF2B5EF4-FFF2-40B4-BE49-F238E27FC236}">
                <a16:creationId xmlns:a16="http://schemas.microsoft.com/office/drawing/2014/main" id="{908F9375-0CED-7A7E-FAD2-5469CE00A66C}"/>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43" name="Footer Placeholder 4">
            <a:extLst>
              <a:ext uri="{FF2B5EF4-FFF2-40B4-BE49-F238E27FC236}">
                <a16:creationId xmlns:a16="http://schemas.microsoft.com/office/drawing/2014/main" id="{C1791A8D-D5A1-DB56-D6C5-A82DB0F2673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BE9D901E-58D4-3C47-262B-EA276B7F1D6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3" name="Content Placeholder 2"/>
          <p:cNvSpPr>
            <a:spLocks noGrp="1"/>
          </p:cNvSpPr>
          <p:nvPr>
            <p:ph idx="1"/>
          </p:nvPr>
        </p:nvSpPr>
        <p:spPr>
          <a:xfrm>
            <a:off x="1311274" y="2286000"/>
            <a:ext cx="4572000"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Font typeface="Arial" panose="020B0604020202020204" pitchFamily="34" charset="0"/>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ross 14">
            <a:extLst>
              <a:ext uri="{FF2B5EF4-FFF2-40B4-BE49-F238E27FC236}">
                <a16:creationId xmlns:a16="http://schemas.microsoft.com/office/drawing/2014/main" id="{86C1A7B9-E319-130B-0CC8-DCB01B51A087}"/>
              </a:ext>
            </a:extLst>
          </p:cNvPr>
          <p:cNvSpPr/>
          <p:nvPr userDrawn="1"/>
        </p:nvSpPr>
        <p:spPr>
          <a:xfrm>
            <a:off x="7351712" y="44196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Freeform: Shape 4">
            <a:extLst>
              <a:ext uri="{FF2B5EF4-FFF2-40B4-BE49-F238E27FC236}">
                <a16:creationId xmlns:a16="http://schemas.microsoft.com/office/drawing/2014/main" id="{20652475-9C37-D778-F6B2-DE9F50F8571A}"/>
              </a:ext>
            </a:extLst>
          </p:cNvPr>
          <p:cNvSpPr/>
          <p:nvPr userDrawn="1"/>
        </p:nvSpPr>
        <p:spPr>
          <a:xfrm>
            <a:off x="8609012" y="-21999"/>
            <a:ext cx="3579812" cy="6901998"/>
          </a:xfrm>
          <a:custGeom>
            <a:avLst/>
            <a:gdLst>
              <a:gd name="connsiteX0" fmla="*/ 3450999 w 3579812"/>
              <a:gd name="connsiteY0" fmla="*/ 0 h 6901998"/>
              <a:gd name="connsiteX1" fmla="*/ 3579812 w 3579812"/>
              <a:gd name="connsiteY1" fmla="*/ 3257 h 6901998"/>
              <a:gd name="connsiteX2" fmla="*/ 3579812 w 3579812"/>
              <a:gd name="connsiteY2" fmla="*/ 6898741 h 6901998"/>
              <a:gd name="connsiteX3" fmla="*/ 3450999 w 3579812"/>
              <a:gd name="connsiteY3" fmla="*/ 6901998 h 6901998"/>
              <a:gd name="connsiteX4" fmla="*/ 0 w 3579812"/>
              <a:gd name="connsiteY4" fmla="*/ 3450999 h 6901998"/>
              <a:gd name="connsiteX5" fmla="*/ 3450999 w 3579812"/>
              <a:gd name="connsiteY5" fmla="*/ 0 h 6901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579812" h="6901998">
                <a:moveTo>
                  <a:pt x="3450999" y="0"/>
                </a:moveTo>
                <a:lnTo>
                  <a:pt x="3579812" y="3257"/>
                </a:lnTo>
                <a:lnTo>
                  <a:pt x="3579812" y="6898741"/>
                </a:lnTo>
                <a:lnTo>
                  <a:pt x="3450999" y="6901998"/>
                </a:lnTo>
                <a:cubicBezTo>
                  <a:pt x="1545065" y="6901998"/>
                  <a:pt x="0" y="5356933"/>
                  <a:pt x="0" y="3450999"/>
                </a:cubicBezTo>
                <a:cubicBezTo>
                  <a:pt x="0" y="1545065"/>
                  <a:pt x="1545065" y="0"/>
                  <a:pt x="3450999" y="0"/>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50674107"/>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with Computer Monitor">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704012" y="838202"/>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pic>
        <p:nvPicPr>
          <p:cNvPr id="15" name="Graphic 14">
            <a:extLst>
              <a:ext uri="{FF2B5EF4-FFF2-40B4-BE49-F238E27FC236}">
                <a16:creationId xmlns:a16="http://schemas.microsoft.com/office/drawing/2014/main" id="{97F2A9A7-1093-A563-8A0E-4C8DB0E669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742112" y="1752600"/>
            <a:ext cx="4951066" cy="3810000"/>
          </a:xfrm>
          <a:prstGeom prst="rect">
            <a:avLst/>
          </a:prstGeom>
        </p:spPr>
      </p:pic>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Picture Placeholder 6">
            <a:extLst>
              <a:ext uri="{FF2B5EF4-FFF2-40B4-BE49-F238E27FC236}">
                <a16:creationId xmlns:a16="http://schemas.microsoft.com/office/drawing/2014/main" id="{51F5E297-E771-7AE4-7311-0874043A4B38}"/>
              </a:ext>
            </a:extLst>
          </p:cNvPr>
          <p:cNvSpPr>
            <a:spLocks noGrp="1"/>
          </p:cNvSpPr>
          <p:nvPr>
            <p:ph type="pic" sz="quarter" idx="16"/>
          </p:nvPr>
        </p:nvSpPr>
        <p:spPr>
          <a:xfrm>
            <a:off x="7045945" y="2057400"/>
            <a:ext cx="4343400" cy="2688336"/>
          </a:xfrm>
          <a:custGeom>
            <a:avLst/>
            <a:gdLst>
              <a:gd name="connsiteX0" fmla="*/ 25620 w 4343400"/>
              <a:gd name="connsiteY0" fmla="*/ 0 h 2688336"/>
              <a:gd name="connsiteX1" fmla="*/ 4317780 w 4343400"/>
              <a:gd name="connsiteY1" fmla="*/ 0 h 2688336"/>
              <a:gd name="connsiteX2" fmla="*/ 4343400 w 4343400"/>
              <a:gd name="connsiteY2" fmla="*/ 25620 h 2688336"/>
              <a:gd name="connsiteX3" fmla="*/ 4343400 w 4343400"/>
              <a:gd name="connsiteY3" fmla="*/ 2662716 h 2688336"/>
              <a:gd name="connsiteX4" fmla="*/ 4317780 w 4343400"/>
              <a:gd name="connsiteY4" fmla="*/ 2688336 h 2688336"/>
              <a:gd name="connsiteX5" fmla="*/ 25620 w 4343400"/>
              <a:gd name="connsiteY5" fmla="*/ 2688336 h 2688336"/>
              <a:gd name="connsiteX6" fmla="*/ 0 w 4343400"/>
              <a:gd name="connsiteY6" fmla="*/ 2662716 h 2688336"/>
              <a:gd name="connsiteX7" fmla="*/ 0 w 4343400"/>
              <a:gd name="connsiteY7" fmla="*/ 25620 h 2688336"/>
              <a:gd name="connsiteX8" fmla="*/ 25620 w 4343400"/>
              <a:gd name="connsiteY8" fmla="*/ 0 h 268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43400" h="2688336">
                <a:moveTo>
                  <a:pt x="25620" y="0"/>
                </a:moveTo>
                <a:lnTo>
                  <a:pt x="4317780" y="0"/>
                </a:lnTo>
                <a:cubicBezTo>
                  <a:pt x="4331930" y="0"/>
                  <a:pt x="4343400" y="11470"/>
                  <a:pt x="4343400" y="25620"/>
                </a:cubicBezTo>
                <a:lnTo>
                  <a:pt x="4343400" y="2662716"/>
                </a:lnTo>
                <a:cubicBezTo>
                  <a:pt x="4343400" y="2676866"/>
                  <a:pt x="4331930" y="2688336"/>
                  <a:pt x="4317780" y="2688336"/>
                </a:cubicBezTo>
                <a:lnTo>
                  <a:pt x="25620" y="2688336"/>
                </a:lnTo>
                <a:cubicBezTo>
                  <a:pt x="11470" y="2688336"/>
                  <a:pt x="0" y="2676866"/>
                  <a:pt x="0" y="2662716"/>
                </a:cubicBezTo>
                <a:lnTo>
                  <a:pt x="0" y="25620"/>
                </a:lnTo>
                <a:cubicBezTo>
                  <a:pt x="0" y="11470"/>
                  <a:pt x="11470" y="0"/>
                  <a:pt x="25620" y="0"/>
                </a:cubicBez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14972884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761B-B29B-1C47-FAE9-6E0FA1543EC6}"/>
              </a:ext>
            </a:extLst>
          </p:cNvPr>
          <p:cNvSpPr>
            <a:spLocks noGrp="1"/>
          </p:cNvSpPr>
          <p:nvPr>
            <p:ph type="title"/>
          </p:nvPr>
        </p:nvSpPr>
        <p:spPr>
          <a:xfrm>
            <a:off x="608012" y="685800"/>
            <a:ext cx="5687336" cy="5288730"/>
          </a:xfrm>
        </p:spPr>
        <p:txBody>
          <a:bodyPr anchor="b">
            <a:normAutofit/>
          </a:bodyPr>
          <a:lstStyle>
            <a:lvl1pPr marL="0" indent="0" algn="l">
              <a:lnSpc>
                <a:spcPct val="100000"/>
              </a:lnSpc>
              <a:defRPr sz="4800"/>
            </a:lvl1pPr>
          </a:lstStyle>
          <a:p>
            <a:r>
              <a:rPr lang="en-US"/>
              <a:t>Click to edit Master title style</a:t>
            </a:r>
            <a:endParaRPr dirty="0"/>
          </a:p>
        </p:txBody>
      </p:sp>
      <p:sp>
        <p:nvSpPr>
          <p:cNvPr id="3" name="Cross 2">
            <a:extLst>
              <a:ext uri="{FF2B5EF4-FFF2-40B4-BE49-F238E27FC236}">
                <a16:creationId xmlns:a16="http://schemas.microsoft.com/office/drawing/2014/main" id="{9D098DB9-0987-4850-3A4E-90EECD01BFED}"/>
              </a:ext>
            </a:extLst>
          </p:cNvPr>
          <p:cNvSpPr/>
          <p:nvPr userDrawn="1"/>
        </p:nvSpPr>
        <p:spPr>
          <a:xfrm>
            <a:off x="7130149" y="39694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pic>
        <p:nvPicPr>
          <p:cNvPr id="4" name="Graphic 3">
            <a:extLst>
              <a:ext uri="{FF2B5EF4-FFF2-40B4-BE49-F238E27FC236}">
                <a16:creationId xmlns:a16="http://schemas.microsoft.com/office/drawing/2014/main" id="{0320F41B-7946-84A8-649E-B8D2394410B0}"/>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2" r="42412"/>
          <a:stretch/>
        </p:blipFill>
        <p:spPr>
          <a:xfrm>
            <a:off x="7134779" y="533400"/>
            <a:ext cx="5054045" cy="5588000"/>
          </a:xfrm>
          <a:prstGeom prst="rect">
            <a:avLst/>
          </a:prstGeom>
        </p:spPr>
      </p:pic>
      <p:sp>
        <p:nvSpPr>
          <p:cNvPr id="6" name="Cross 5">
            <a:extLst>
              <a:ext uri="{FF2B5EF4-FFF2-40B4-BE49-F238E27FC236}">
                <a16:creationId xmlns:a16="http://schemas.microsoft.com/office/drawing/2014/main" id="{D3F324A7-F228-C486-182B-84D6C27A93B8}"/>
              </a:ext>
            </a:extLst>
          </p:cNvPr>
          <p:cNvSpPr/>
          <p:nvPr userDrawn="1"/>
        </p:nvSpPr>
        <p:spPr>
          <a:xfrm>
            <a:off x="6368151" y="2407337"/>
            <a:ext cx="640662" cy="640662"/>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0" name="Picture Placeholder 20">
            <a:extLst>
              <a:ext uri="{FF2B5EF4-FFF2-40B4-BE49-F238E27FC236}">
                <a16:creationId xmlns:a16="http://schemas.microsoft.com/office/drawing/2014/main" id="{0EE33DD4-E993-7039-2B48-6FAFAE32A9FE}"/>
              </a:ext>
            </a:extLst>
          </p:cNvPr>
          <p:cNvSpPr>
            <a:spLocks noGrp="1"/>
          </p:cNvSpPr>
          <p:nvPr>
            <p:ph type="pic" sz="quarter" idx="15"/>
          </p:nvPr>
        </p:nvSpPr>
        <p:spPr>
          <a:xfrm>
            <a:off x="8119745" y="990600"/>
            <a:ext cx="4069080" cy="4384979"/>
          </a:xfrm>
          <a:custGeom>
            <a:avLst/>
            <a:gdLst>
              <a:gd name="connsiteX0" fmla="*/ 3553733 w 4390346"/>
              <a:gd name="connsiteY0" fmla="*/ 0 h 4693920"/>
              <a:gd name="connsiteX1" fmla="*/ 4390346 w 4390346"/>
              <a:gd name="connsiteY1" fmla="*/ 0 h 4693920"/>
              <a:gd name="connsiteX2" fmla="*/ 4390346 w 4390346"/>
              <a:gd name="connsiteY2" fmla="*/ 4690872 h 4693920"/>
              <a:gd name="connsiteX3" fmla="*/ 3721482 w 4390346"/>
              <a:gd name="connsiteY3" fmla="*/ 4690872 h 4693920"/>
              <a:gd name="connsiteX4" fmla="*/ 3721482 w 4390346"/>
              <a:gd name="connsiteY4" fmla="*/ 4693920 h 4693920"/>
              <a:gd name="connsiteX5" fmla="*/ 197252 w 4390346"/>
              <a:gd name="connsiteY5" fmla="*/ 4693920 h 4693920"/>
              <a:gd name="connsiteX6" fmla="*/ 167017 w 4390346"/>
              <a:gd name="connsiteY6" fmla="*/ 4690872 h 4693920"/>
              <a:gd name="connsiteX7" fmla="*/ 0 w 4390346"/>
              <a:gd name="connsiteY7" fmla="*/ 4690872 h 4693920"/>
              <a:gd name="connsiteX8" fmla="*/ 0 w 4390346"/>
              <a:gd name="connsiteY8" fmla="*/ 4232970 h 4693920"/>
              <a:gd name="connsiteX9" fmla="*/ 1 w 4390346"/>
              <a:gd name="connsiteY9" fmla="*/ 4232970 h 4693920"/>
              <a:gd name="connsiteX10" fmla="*/ 1 w 4390346"/>
              <a:gd name="connsiteY10" fmla="*/ 200299 h 4693920"/>
              <a:gd name="connsiteX11" fmla="*/ 197252 w 4390346"/>
              <a:gd name="connsiteY11" fmla="*/ 3048 h 4693920"/>
              <a:gd name="connsiteX12" fmla="*/ 3553733 w 4390346"/>
              <a:gd name="connsiteY12" fmla="*/ 3048 h 46939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390346" h="4693920">
                <a:moveTo>
                  <a:pt x="3553733" y="0"/>
                </a:moveTo>
                <a:lnTo>
                  <a:pt x="4390346" y="0"/>
                </a:lnTo>
                <a:lnTo>
                  <a:pt x="4390346" y="4690872"/>
                </a:lnTo>
                <a:lnTo>
                  <a:pt x="3721482" y="4690872"/>
                </a:lnTo>
                <a:lnTo>
                  <a:pt x="3721482" y="4693920"/>
                </a:lnTo>
                <a:lnTo>
                  <a:pt x="197252" y="4693920"/>
                </a:lnTo>
                <a:lnTo>
                  <a:pt x="167017" y="4690872"/>
                </a:lnTo>
                <a:lnTo>
                  <a:pt x="0" y="4690872"/>
                </a:lnTo>
                <a:lnTo>
                  <a:pt x="0" y="4232970"/>
                </a:lnTo>
                <a:lnTo>
                  <a:pt x="1" y="4232970"/>
                </a:lnTo>
                <a:lnTo>
                  <a:pt x="1" y="200299"/>
                </a:lnTo>
                <a:cubicBezTo>
                  <a:pt x="1" y="91360"/>
                  <a:pt x="88313" y="3048"/>
                  <a:pt x="197252" y="3048"/>
                </a:cubicBezTo>
                <a:lnTo>
                  <a:pt x="3553733" y="3048"/>
                </a:lnTo>
                <a:close/>
              </a:path>
            </a:pathLst>
          </a:custGeom>
        </p:spPr>
        <p:txBody>
          <a:bodyPr wrap="square">
            <a:noAutofit/>
          </a:bodyPr>
          <a:lstStyle>
            <a:lvl1pPr marL="45720" indent="0">
              <a:buNone/>
              <a:defRPr>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2777647051"/>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with Accent">
    <p:bg>
      <p:bgRef idx="1001">
        <a:schemeClr val="bg1"/>
      </p:bgRef>
    </p:bg>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7D5A8CDC-7BE6-361B-2965-88F977B1F050}"/>
              </a:ext>
            </a:extLst>
          </p:cNvPr>
          <p:cNvSpPr/>
          <p:nvPr userDrawn="1"/>
        </p:nvSpPr>
        <p:spPr>
          <a:xfrm>
            <a:off x="6361114" y="1317171"/>
            <a:ext cx="5029198" cy="5029198"/>
          </a:xfrm>
          <a:prstGeom prst="ellipse">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33147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1pPr>
            <a:lvl2pPr marL="6515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88011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1062990" indent="-28575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1245870" indent="-28575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12">
            <a:extLst>
              <a:ext uri="{FF2B5EF4-FFF2-40B4-BE49-F238E27FC236}">
                <a16:creationId xmlns:a16="http://schemas.microsoft.com/office/drawing/2014/main" id="{120B2A3A-FF4C-298C-0165-DB61E8935F68}"/>
              </a:ext>
            </a:extLst>
          </p:cNvPr>
          <p:cNvSpPr>
            <a:spLocks noGrp="1"/>
          </p:cNvSpPr>
          <p:nvPr>
            <p:ph sz="quarter" idx="15"/>
          </p:nvPr>
        </p:nvSpPr>
        <p:spPr>
          <a:xfrm>
            <a:off x="6094413" y="2286000"/>
            <a:ext cx="5562600" cy="396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932887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C13E5D-0B96-580C-032F-0323F5B935D3}"/>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4" name="Title 1">
            <a:extLst>
              <a:ext uri="{FF2B5EF4-FFF2-40B4-BE49-F238E27FC236}">
                <a16:creationId xmlns:a16="http://schemas.microsoft.com/office/drawing/2014/main" id="{E33374C0-ECC0-0DB1-D167-0EF643B5A1E0}"/>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3" name="Slide Number Placeholder 5">
            <a:extLst>
              <a:ext uri="{FF2B5EF4-FFF2-40B4-BE49-F238E27FC236}">
                <a16:creationId xmlns:a16="http://schemas.microsoft.com/office/drawing/2014/main" id="{FC465CD4-231A-6C85-3D9B-E21738DB5460}"/>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7" name="Footer Placeholder 4">
            <a:extLst>
              <a:ext uri="{FF2B5EF4-FFF2-40B4-BE49-F238E27FC236}">
                <a16:creationId xmlns:a16="http://schemas.microsoft.com/office/drawing/2014/main" id="{A583352B-64D3-C6FC-B554-91866CBEBCC2}"/>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6" name="Date Placeholder 3">
            <a:extLst>
              <a:ext uri="{FF2B5EF4-FFF2-40B4-BE49-F238E27FC236}">
                <a16:creationId xmlns:a16="http://schemas.microsoft.com/office/drawing/2014/main" id="{647C9D80-85BC-5E0B-E24A-6217CFE72A9F}"/>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20038AE2-F2EF-FEA5-D6B4-5C539A25221E}"/>
              </a:ext>
            </a:extLst>
          </p:cNvPr>
          <p:cNvSpPr>
            <a:spLocks noGrp="1"/>
          </p:cNvSpPr>
          <p:nvPr>
            <p:ph idx="1"/>
          </p:nvPr>
        </p:nvSpPr>
        <p:spPr>
          <a:xfrm>
            <a:off x="1311274" y="2286000"/>
            <a:ext cx="4572000" cy="3962400"/>
          </a:xfrm>
        </p:spPr>
        <p:txBody>
          <a:bodyPr>
            <a:normAutofit/>
          </a:bodyPr>
          <a:lstStyle>
            <a:lvl1pPr marL="45720" indent="0">
              <a:lnSpc>
                <a:spcPct val="110000"/>
              </a:lnSpc>
              <a:buNone/>
              <a:defRPr lang="en-US" sz="1800" b="1" kern="1200" dirty="0">
                <a:solidFill>
                  <a:schemeClr val="tx1">
                    <a:lumMod val="85000"/>
                    <a:lumOff val="15000"/>
                  </a:schemeClr>
                </a:solidFill>
                <a:latin typeface="+mn-lt"/>
                <a:ea typeface="+mn-lt"/>
                <a:cs typeface="+mn-lt"/>
              </a:defRPr>
            </a:lvl1pPr>
            <a:lvl2pPr marL="331470" indent="-285750">
              <a:lnSpc>
                <a:spcPct val="110000"/>
              </a:lnSpc>
              <a:spcBef>
                <a:spcPts val="1800"/>
              </a:spcBef>
              <a:buFont typeface="Arial" panose="020B0604020202020204" pitchFamily="34" charset="0"/>
              <a:buChar char="•"/>
              <a:defRPr lang="en-US" sz="1800" kern="1200" dirty="0">
                <a:solidFill>
                  <a:schemeClr val="tx1">
                    <a:lumMod val="85000"/>
                    <a:lumOff val="15000"/>
                  </a:schemeClr>
                </a:solidFill>
                <a:latin typeface="+mn-lt"/>
                <a:ea typeface="+mn-lt"/>
                <a:cs typeface="+mn-lt"/>
              </a:defRPr>
            </a:lvl2pPr>
            <a:lvl3pPr marL="59436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3pPr>
            <a:lvl4pPr marL="777240" indent="-228600">
              <a:lnSpc>
                <a:spcPct val="110000"/>
              </a:lnSpc>
              <a:buFont typeface="Arial" panose="020B0604020202020204" pitchFamily="34" charset="0"/>
              <a:buChar char="•"/>
              <a:defRPr lang="en-US" sz="1800" kern="1200" dirty="0">
                <a:solidFill>
                  <a:schemeClr val="tx1">
                    <a:lumMod val="85000"/>
                    <a:lumOff val="15000"/>
                  </a:schemeClr>
                </a:solidFill>
                <a:latin typeface="+mn-lt"/>
                <a:ea typeface="+mn-lt"/>
                <a:cs typeface="+mn-lt"/>
              </a:defRPr>
            </a:lvl4pPr>
            <a:lvl5pPr marL="960120" indent="-228600">
              <a:lnSpc>
                <a:spcPct val="110000"/>
              </a:lnSpc>
              <a:buFont typeface="Arial" panose="020B0604020202020204" pitchFamily="34" charset="0"/>
              <a:buChar char="•"/>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9" name="Table Placeholder 8">
            <a:extLst>
              <a:ext uri="{FF2B5EF4-FFF2-40B4-BE49-F238E27FC236}">
                <a16:creationId xmlns:a16="http://schemas.microsoft.com/office/drawing/2014/main" id="{6EA47FDD-142D-1BE6-8057-A6CC1A71222C}"/>
              </a:ext>
            </a:extLst>
          </p:cNvPr>
          <p:cNvSpPr>
            <a:spLocks noGrp="1"/>
          </p:cNvSpPr>
          <p:nvPr>
            <p:ph type="tbl" sz="quarter" idx="13"/>
          </p:nvPr>
        </p:nvSpPr>
        <p:spPr>
          <a:xfrm>
            <a:off x="6094413" y="2286000"/>
            <a:ext cx="5558794" cy="3962400"/>
          </a:xfrm>
        </p:spPr>
        <p:txBody>
          <a:bodyPr/>
          <a:lstStyle>
            <a:lvl1pPr marL="45720" indent="0">
              <a:buNone/>
              <a:defRPr/>
            </a:lvl1pPr>
          </a:lstStyle>
          <a:p>
            <a:r>
              <a:rPr lang="en-US"/>
              <a:t>Click icon to add table</a:t>
            </a:r>
            <a:endParaRPr lang="en-US" dirty="0"/>
          </a:p>
        </p:txBody>
      </p:sp>
    </p:spTree>
    <p:extLst>
      <p:ext uri="{BB962C8B-B14F-4D97-AF65-F5344CB8AC3E}">
        <p14:creationId xmlns:p14="http://schemas.microsoft.com/office/powerpoint/2010/main" val="205039468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p:bg>
      <p:bgRef idx="1001">
        <a:schemeClr val="bg1"/>
      </p:bgRef>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BE2E1990-ECE7-FA08-4966-BE3109399672}"/>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3" name="Rectangle 2">
            <a:extLst>
              <a:ext uri="{FF2B5EF4-FFF2-40B4-BE49-F238E27FC236}">
                <a16:creationId xmlns:a16="http://schemas.microsoft.com/office/drawing/2014/main" id="{BE1D9EB0-EE8E-A9E8-9583-2D924EFA65AF}"/>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7" name="Title 1">
            <a:extLst>
              <a:ext uri="{FF2B5EF4-FFF2-40B4-BE49-F238E27FC236}">
                <a16:creationId xmlns:a16="http://schemas.microsoft.com/office/drawing/2014/main" id="{FAC00260-F255-D312-3E7C-329EECDFDEE7}"/>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6" name="Slide Number Placeholder 5">
            <a:extLst>
              <a:ext uri="{FF2B5EF4-FFF2-40B4-BE49-F238E27FC236}">
                <a16:creationId xmlns:a16="http://schemas.microsoft.com/office/drawing/2014/main" id="{3C9C7904-6373-06D6-713A-79D78DD615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16" name="Footer Placeholder 4">
            <a:extLst>
              <a:ext uri="{FF2B5EF4-FFF2-40B4-BE49-F238E27FC236}">
                <a16:creationId xmlns:a16="http://schemas.microsoft.com/office/drawing/2014/main" id="{0583D396-7FDF-332F-BEA4-791452AB13E8}"/>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8" name="Date Placeholder 3">
            <a:extLst>
              <a:ext uri="{FF2B5EF4-FFF2-40B4-BE49-F238E27FC236}">
                <a16:creationId xmlns:a16="http://schemas.microsoft.com/office/drawing/2014/main" id="{157FA249-0BE5-21BF-D816-85FBE6C4BD10}"/>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4" name="Table Placeholder 3">
            <a:extLst>
              <a:ext uri="{FF2B5EF4-FFF2-40B4-BE49-F238E27FC236}">
                <a16:creationId xmlns:a16="http://schemas.microsoft.com/office/drawing/2014/main" id="{FD06F443-9595-7420-13F2-7AF883FDE5E1}"/>
              </a:ext>
            </a:extLst>
          </p:cNvPr>
          <p:cNvSpPr>
            <a:spLocks noGrp="1"/>
          </p:cNvSpPr>
          <p:nvPr>
            <p:ph type="tbl" sz="quarter" idx="14"/>
          </p:nvPr>
        </p:nvSpPr>
        <p:spPr>
          <a:xfrm>
            <a:off x="1293811" y="2743200"/>
            <a:ext cx="10134601" cy="3505200"/>
          </a:xfrm>
        </p:spPr>
        <p:txBody>
          <a:bodyPr/>
          <a:lstStyle>
            <a:lvl1pPr>
              <a:defRPr>
                <a:solidFill>
                  <a:schemeClr val="tx1">
                    <a:lumMod val="85000"/>
                    <a:lumOff val="15000"/>
                  </a:schemeClr>
                </a:solidFill>
              </a:defRPr>
            </a:lvl1pPr>
          </a:lstStyle>
          <a:p>
            <a:r>
              <a:rPr lang="en-US"/>
              <a:t>Click icon to add table</a:t>
            </a:r>
            <a:endParaRPr lang="en-US" dirty="0"/>
          </a:p>
        </p:txBody>
      </p:sp>
    </p:spTree>
    <p:extLst>
      <p:ext uri="{BB962C8B-B14F-4D97-AF65-F5344CB8AC3E}">
        <p14:creationId xmlns:p14="http://schemas.microsoft.com/office/powerpoint/2010/main" val="700917186"/>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1">
    <p:bg>
      <p:bgRef idx="1001">
        <a:schemeClr val="bg1"/>
      </p:bgRef>
    </p:bg>
    <p:spTree>
      <p:nvGrpSpPr>
        <p:cNvPr id="1" name=""/>
        <p:cNvGrpSpPr/>
        <p:nvPr/>
      </p:nvGrpSpPr>
      <p:grpSpPr>
        <a:xfrm>
          <a:off x="0" y="0"/>
          <a:ext cx="0" cy="0"/>
          <a:chOff x="0" y="0"/>
          <a:chExt cx="0" cy="0"/>
        </a:xfrm>
      </p:grpSpPr>
      <p:sp>
        <p:nvSpPr>
          <p:cNvPr id="17" name="Freeform: Shape 16">
            <a:extLst>
              <a:ext uri="{FF2B5EF4-FFF2-40B4-BE49-F238E27FC236}">
                <a16:creationId xmlns:a16="http://schemas.microsoft.com/office/drawing/2014/main" id="{B6A45E1A-7551-6F54-D038-074B58A3B73E}"/>
              </a:ext>
            </a:extLst>
          </p:cNvPr>
          <p:cNvSpPr/>
          <p:nvPr userDrawn="1"/>
        </p:nvSpPr>
        <p:spPr>
          <a:xfrm>
            <a:off x="7026044" y="0"/>
            <a:ext cx="4461334" cy="1981200"/>
          </a:xfrm>
          <a:custGeom>
            <a:avLst/>
            <a:gdLst>
              <a:gd name="connsiteX0" fmla="*/ 0 w 4461334"/>
              <a:gd name="connsiteY0" fmla="*/ 0 h 1981200"/>
              <a:gd name="connsiteX1" fmla="*/ 4461334 w 4461334"/>
              <a:gd name="connsiteY1" fmla="*/ 0 h 1981200"/>
              <a:gd name="connsiteX2" fmla="*/ 4432897 w 4461334"/>
              <a:gd name="connsiteY2" fmla="*/ 186331 h 1981200"/>
              <a:gd name="connsiteX3" fmla="*/ 2230667 w 4461334"/>
              <a:gd name="connsiteY3" fmla="*/ 1981200 h 1981200"/>
              <a:gd name="connsiteX4" fmla="*/ 28437 w 4461334"/>
              <a:gd name="connsiteY4" fmla="*/ 186331 h 1981200"/>
              <a:gd name="connsiteX5" fmla="*/ 0 w 4461334"/>
              <a:gd name="connsiteY5" fmla="*/ 0 h 198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61334" h="1981200">
                <a:moveTo>
                  <a:pt x="0" y="0"/>
                </a:moveTo>
                <a:lnTo>
                  <a:pt x="4461334" y="0"/>
                </a:lnTo>
                <a:lnTo>
                  <a:pt x="4432897" y="186331"/>
                </a:lnTo>
                <a:cubicBezTo>
                  <a:pt x="4223288" y="1210661"/>
                  <a:pt x="3316962" y="1981200"/>
                  <a:pt x="2230667" y="1981200"/>
                </a:cubicBezTo>
                <a:cubicBezTo>
                  <a:pt x="1144372" y="1981200"/>
                  <a:pt x="238046" y="1210661"/>
                  <a:pt x="28437" y="186331"/>
                </a:cubicBezTo>
                <a:lnTo>
                  <a:pt x="0" y="0"/>
                </a:ln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6" name="Cross 5">
            <a:extLst>
              <a:ext uri="{FF2B5EF4-FFF2-40B4-BE49-F238E27FC236}">
                <a16:creationId xmlns:a16="http://schemas.microsoft.com/office/drawing/2014/main" id="{049F4FA0-ECA1-9CE1-60CD-491656F225D3}"/>
              </a:ext>
            </a:extLst>
          </p:cNvPr>
          <p:cNvSpPr/>
          <p:nvPr userDrawn="1"/>
        </p:nvSpPr>
        <p:spPr>
          <a:xfrm>
            <a:off x="6683143" y="1397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7" name="Cross 6">
            <a:extLst>
              <a:ext uri="{FF2B5EF4-FFF2-40B4-BE49-F238E27FC236}">
                <a16:creationId xmlns:a16="http://schemas.microsoft.com/office/drawing/2014/main" id="{E0F6845B-3635-28EA-BA6E-5535FE48E8B0}"/>
              </a:ext>
            </a:extLst>
          </p:cNvPr>
          <p:cNvSpPr/>
          <p:nvPr userDrawn="1"/>
        </p:nvSpPr>
        <p:spPr>
          <a:xfrm>
            <a:off x="11085513" y="5638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D1B5BD44-F42D-3B65-BB68-E5C76C4E06BA}"/>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E6F22956-4B4B-B972-CE6C-282D1D591845}"/>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4" name="Footer Placeholder 4">
            <a:extLst>
              <a:ext uri="{FF2B5EF4-FFF2-40B4-BE49-F238E27FC236}">
                <a16:creationId xmlns:a16="http://schemas.microsoft.com/office/drawing/2014/main" id="{C319E7A6-A7BC-1FD9-6936-D83244A4083E}"/>
              </a:ext>
            </a:extLst>
          </p:cNvPr>
          <p:cNvSpPr>
            <a:spLocks noGrp="1"/>
          </p:cNvSpPr>
          <p:nvPr>
            <p:ph type="ftr" sz="quarter" idx="17"/>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2180FD49-43D5-4D47-7DA7-BF05B579F242}"/>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438400"/>
            <a:ext cx="4911725" cy="4114799"/>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0154911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2">
    <p:bg>
      <p:bgRef idx="1001">
        <a:schemeClr val="bg1"/>
      </p:bgRef>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09E2F69-D76D-62CD-4B4B-52AB2F720DE4}"/>
              </a:ext>
            </a:extLst>
          </p:cNvPr>
          <p:cNvSpPr/>
          <p:nvPr userDrawn="1"/>
        </p:nvSpPr>
        <p:spPr>
          <a:xfrm>
            <a:off x="9958158" y="0"/>
            <a:ext cx="2230666" cy="1981200"/>
          </a:xfrm>
          <a:custGeom>
            <a:avLst/>
            <a:gdLst>
              <a:gd name="connsiteX0" fmla="*/ 0 w 2230666"/>
              <a:gd name="connsiteY0" fmla="*/ 0 h 1981200"/>
              <a:gd name="connsiteX1" fmla="*/ 2230666 w 2230666"/>
              <a:gd name="connsiteY1" fmla="*/ 0 h 1981200"/>
              <a:gd name="connsiteX2" fmla="*/ 2230666 w 2230666"/>
              <a:gd name="connsiteY2" fmla="*/ 1981200 h 1981200"/>
              <a:gd name="connsiteX3" fmla="*/ 2029222 w 2230666"/>
              <a:gd name="connsiteY3" fmla="*/ 1972296 h 1981200"/>
              <a:gd name="connsiteX4" fmla="*/ 28437 w 2230666"/>
              <a:gd name="connsiteY4" fmla="*/ 186331 h 198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30666" h="1981200">
                <a:moveTo>
                  <a:pt x="0" y="0"/>
                </a:moveTo>
                <a:lnTo>
                  <a:pt x="2230666" y="0"/>
                </a:lnTo>
                <a:lnTo>
                  <a:pt x="2230666" y="1981200"/>
                </a:lnTo>
                <a:lnTo>
                  <a:pt x="2029222" y="1972296"/>
                </a:lnTo>
                <a:cubicBezTo>
                  <a:pt x="1033803" y="1883891"/>
                  <a:pt x="224946" y="1146640"/>
                  <a:pt x="28437" y="186331"/>
                </a:cubicBezTo>
                <a:close/>
              </a:path>
            </a:pathLst>
          </a:cu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lvl="0" algn="ctr"/>
            <a:endParaRPr lang="en-US" dirty="0"/>
          </a:p>
        </p:txBody>
      </p:sp>
      <p:sp>
        <p:nvSpPr>
          <p:cNvPr id="2" name="Rectangle 1">
            <a:extLst>
              <a:ext uri="{FF2B5EF4-FFF2-40B4-BE49-F238E27FC236}">
                <a16:creationId xmlns:a16="http://schemas.microsoft.com/office/drawing/2014/main" id="{F75C97BE-6AF8-5928-B560-739552D148BA}"/>
              </a:ext>
            </a:extLst>
          </p:cNvPr>
          <p:cNvSpPr/>
          <p:nvPr userDrawn="1"/>
        </p:nvSpPr>
        <p:spPr>
          <a:xfrm>
            <a:off x="0" y="0"/>
            <a:ext cx="760412" cy="6858000"/>
          </a:xfrm>
          <a:prstGeom prst="rect">
            <a:avLst/>
          </a:prstGeom>
          <a:solidFill>
            <a:schemeClr val="bg1"/>
          </a:solidFill>
          <a:ln>
            <a:noFill/>
          </a:ln>
          <a:effectLst>
            <a:outerShdw blurRad="127000" sx="102000" sy="102000" algn="ctr" rotWithShape="0">
              <a:prstClr val="black">
                <a:alpha val="10000"/>
              </a:prstClr>
            </a:outerShdw>
          </a:effectLst>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3" name="Cross 2">
            <a:extLst>
              <a:ext uri="{FF2B5EF4-FFF2-40B4-BE49-F238E27FC236}">
                <a16:creationId xmlns:a16="http://schemas.microsoft.com/office/drawing/2014/main" id="{A0041296-BAB4-9340-D4A7-59FD619AC52B}"/>
              </a:ext>
            </a:extLst>
          </p:cNvPr>
          <p:cNvSpPr/>
          <p:nvPr userDrawn="1"/>
        </p:nvSpPr>
        <p:spPr>
          <a:xfrm>
            <a:off x="7847012" y="3810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5" name="Cross 4">
            <a:extLst>
              <a:ext uri="{FF2B5EF4-FFF2-40B4-BE49-F238E27FC236}">
                <a16:creationId xmlns:a16="http://schemas.microsoft.com/office/drawing/2014/main" id="{FFABB0BB-C379-786D-46F1-DEB6A507EA80}"/>
              </a:ext>
            </a:extLst>
          </p:cNvPr>
          <p:cNvSpPr/>
          <p:nvPr userDrawn="1"/>
        </p:nvSpPr>
        <p:spPr>
          <a:xfrm>
            <a:off x="8559685" y="1066800"/>
            <a:ext cx="685800" cy="685800"/>
          </a:xfrm>
          <a:prstGeom prst="plus">
            <a:avLst>
              <a:gd name="adj" fmla="val 39796"/>
            </a:avLst>
          </a:prstGeom>
          <a:gradFill>
            <a:gsLst>
              <a:gs pos="0">
                <a:schemeClr val="accent2">
                  <a:lumMod val="110000"/>
                  <a:satMod val="105000"/>
                  <a:tint val="67000"/>
                  <a:alpha val="0"/>
                </a:schemeClr>
              </a:gs>
              <a:gs pos="100000">
                <a:schemeClr val="bg2"/>
              </a:gs>
            </a:gsLst>
          </a:gradFill>
          <a:ln>
            <a:noFill/>
          </a:ln>
        </p:spPr>
        <p:style>
          <a:lnRef idx="1">
            <a:schemeClr val="accent2"/>
          </a:lnRef>
          <a:fillRef idx="2">
            <a:schemeClr val="accent2"/>
          </a:fillRef>
          <a:effectRef idx="1">
            <a:schemeClr val="accent2"/>
          </a:effectRef>
          <a:fontRef idx="minor">
            <a:schemeClr val="dk1"/>
          </a:fontRef>
        </p:style>
        <p:txBody>
          <a:bodyPr rtlCol="0" anchor="ctr"/>
          <a:lstStyle/>
          <a:p>
            <a:pPr lvl="0" algn="ctr"/>
            <a:endParaRPr lang="en-US" dirty="0"/>
          </a:p>
        </p:txBody>
      </p:sp>
      <p:sp>
        <p:nvSpPr>
          <p:cNvPr id="11" name="Title 1">
            <a:extLst>
              <a:ext uri="{FF2B5EF4-FFF2-40B4-BE49-F238E27FC236}">
                <a16:creationId xmlns:a16="http://schemas.microsoft.com/office/drawing/2014/main" id="{20BDC478-129E-9690-F10A-A1F679ABD6BD}"/>
              </a:ext>
            </a:extLst>
          </p:cNvPr>
          <p:cNvSpPr>
            <a:spLocks noGrp="1"/>
          </p:cNvSpPr>
          <p:nvPr>
            <p:ph type="title"/>
          </p:nvPr>
        </p:nvSpPr>
        <p:spPr>
          <a:xfrm>
            <a:off x="1293812" y="609600"/>
            <a:ext cx="4914900" cy="1447800"/>
          </a:xfrm>
        </p:spPr>
        <p:txBody>
          <a:bodyPr anchor="t">
            <a:normAutofit/>
          </a:bodyPr>
          <a:lstStyle>
            <a:lvl1pPr>
              <a:defRPr sz="3200" b="1" kern="1200" dirty="0">
                <a:solidFill>
                  <a:schemeClr val="tx1">
                    <a:lumMod val="85000"/>
                    <a:lumOff val="15000"/>
                  </a:schemeClr>
                </a:solidFill>
                <a:latin typeface="+mj-lt"/>
                <a:ea typeface="+mj-ea"/>
                <a:cs typeface="+mj-cs"/>
              </a:defRPr>
            </a:lvl1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7BD29393-4996-16FE-FC38-2447AE812AD1}"/>
              </a:ext>
            </a:extLst>
          </p:cNvPr>
          <p:cNvSpPr>
            <a:spLocks noGrp="1"/>
          </p:cNvSpPr>
          <p:nvPr>
            <p:ph type="sldNum" sz="quarter" idx="12"/>
          </p:nvPr>
        </p:nvSpPr>
        <p:spPr>
          <a:xfrm>
            <a:off x="1" y="609600"/>
            <a:ext cx="760412" cy="381000"/>
          </a:xfrm>
        </p:spPr>
        <p:txBody>
          <a:bodyPr/>
          <a:lstStyle>
            <a:lvl1pPr algn="ctr">
              <a:defRPr sz="2400" b="1"/>
            </a:lvl1pPr>
          </a:lstStyle>
          <a:p>
            <a:fld id="{AAEAE4A8-A6E5-453E-B946-FB774B73F48C}" type="slidenum">
              <a:rPr lang="en-US" smtClean="0"/>
              <a:pPr/>
              <a:t>‹#›</a:t>
            </a:fld>
            <a:endParaRPr lang="en-US" dirty="0"/>
          </a:p>
        </p:txBody>
      </p:sp>
      <p:sp>
        <p:nvSpPr>
          <p:cNvPr id="25" name="Footer Placeholder 4">
            <a:extLst>
              <a:ext uri="{FF2B5EF4-FFF2-40B4-BE49-F238E27FC236}">
                <a16:creationId xmlns:a16="http://schemas.microsoft.com/office/drawing/2014/main" id="{2FB2C37F-01F4-8BDA-35AA-8F8EBC5540A6}"/>
              </a:ext>
            </a:extLst>
          </p:cNvPr>
          <p:cNvSpPr>
            <a:spLocks noGrp="1"/>
          </p:cNvSpPr>
          <p:nvPr>
            <p:ph type="ftr" sz="quarter" idx="3"/>
          </p:nvPr>
        </p:nvSpPr>
        <p:spPr>
          <a:xfrm rot="16200000">
            <a:off x="-1829595" y="2591593"/>
            <a:ext cx="4419600" cy="760414"/>
          </a:xfrm>
          <a:prstGeom prst="rect">
            <a:avLst/>
          </a:prstGeom>
        </p:spPr>
        <p:txBody>
          <a:bodyPr vert="horz" lIns="91440" tIns="45720" rIns="91440" bIns="45720" rtlCol="0" anchor="ctr"/>
          <a:lstStyle>
            <a:lvl1pPr algn="ctr">
              <a:defRPr lang="en-US" sz="1400" b="0" kern="1200" spc="100" baseline="0" dirty="0">
                <a:solidFill>
                  <a:schemeClr val="tx1"/>
                </a:solidFill>
                <a:latin typeface="+mn-lt"/>
                <a:ea typeface="+mn-ea"/>
                <a:cs typeface="+mn-cs"/>
              </a:defRPr>
            </a:lvl1pPr>
          </a:lstStyle>
          <a:p>
            <a:endParaRPr lang="en-US" dirty="0"/>
          </a:p>
        </p:txBody>
      </p:sp>
      <p:sp>
        <p:nvSpPr>
          <p:cNvPr id="14" name="Date Placeholder 3">
            <a:extLst>
              <a:ext uri="{FF2B5EF4-FFF2-40B4-BE49-F238E27FC236}">
                <a16:creationId xmlns:a16="http://schemas.microsoft.com/office/drawing/2014/main" id="{EF45931A-8732-7A9F-4CEE-22AA3831A489}"/>
              </a:ext>
            </a:extLst>
          </p:cNvPr>
          <p:cNvSpPr>
            <a:spLocks noGrp="1"/>
          </p:cNvSpPr>
          <p:nvPr>
            <p:ph type="dt" sz="half" idx="2"/>
          </p:nvPr>
        </p:nvSpPr>
        <p:spPr>
          <a:xfrm rot="16200000">
            <a:off x="-229393" y="5258593"/>
            <a:ext cx="1219200" cy="760414"/>
          </a:xfrm>
          <a:prstGeom prst="rect">
            <a:avLst/>
          </a:prstGeom>
        </p:spPr>
        <p:txBody>
          <a:bodyPr vert="horz" lIns="91440" tIns="45720" rIns="91440" bIns="45720" rtlCol="0" anchor="ctr"/>
          <a:lstStyle>
            <a:lvl1pPr algn="l">
              <a:defRPr sz="1400" b="0" spc="100" baseline="0">
                <a:solidFill>
                  <a:schemeClr val="tx1"/>
                </a:solidFill>
              </a:defRPr>
            </a:lvl1pPr>
          </a:lstStyle>
          <a:p>
            <a:endParaRPr lang="en-US" dirty="0"/>
          </a:p>
        </p:txBody>
      </p:sp>
      <p:sp>
        <p:nvSpPr>
          <p:cNvPr id="12" name="Content Placeholder 2">
            <a:extLst>
              <a:ext uri="{FF2B5EF4-FFF2-40B4-BE49-F238E27FC236}">
                <a16:creationId xmlns:a16="http://schemas.microsoft.com/office/drawing/2014/main" id="{F11B92F8-C070-2CE8-09EC-DAB8F879C213}"/>
              </a:ext>
            </a:extLst>
          </p:cNvPr>
          <p:cNvSpPr>
            <a:spLocks noGrp="1"/>
          </p:cNvSpPr>
          <p:nvPr>
            <p:ph idx="13"/>
          </p:nvPr>
        </p:nvSpPr>
        <p:spPr>
          <a:xfrm>
            <a:off x="1293812" y="2286000"/>
            <a:ext cx="4911725" cy="4267200"/>
          </a:xfrm>
        </p:spPr>
        <p:txBody>
          <a:bodyPr>
            <a:normAutofit/>
          </a:bodyPr>
          <a:lstStyle>
            <a:lvl1pPr marL="45720" indent="0">
              <a:lnSpc>
                <a:spcPct val="110000"/>
              </a:lnSpc>
              <a:buNone/>
              <a:defRPr lang="en-US" sz="1800" kern="1200" dirty="0">
                <a:solidFill>
                  <a:schemeClr val="tx1">
                    <a:lumMod val="85000"/>
                    <a:lumOff val="15000"/>
                  </a:schemeClr>
                </a:solidFill>
                <a:latin typeface="+mn-lt"/>
                <a:ea typeface="+mn-lt"/>
                <a:cs typeface="+mn-lt"/>
              </a:defRPr>
            </a:lvl1pPr>
            <a:lvl2pPr marL="365760" indent="0">
              <a:lnSpc>
                <a:spcPct val="110000"/>
              </a:lnSpc>
              <a:buNone/>
              <a:defRPr lang="en-US" sz="1800" kern="1200" dirty="0">
                <a:solidFill>
                  <a:schemeClr val="tx1">
                    <a:lumMod val="85000"/>
                    <a:lumOff val="15000"/>
                  </a:schemeClr>
                </a:solidFill>
                <a:latin typeface="+mn-lt"/>
                <a:ea typeface="+mn-lt"/>
                <a:cs typeface="+mn-lt"/>
              </a:defRPr>
            </a:lvl2pPr>
            <a:lvl3pPr marL="594360" indent="0">
              <a:lnSpc>
                <a:spcPct val="110000"/>
              </a:lnSpc>
              <a:buNone/>
              <a:defRPr lang="en-US" sz="1800" kern="1200" dirty="0">
                <a:solidFill>
                  <a:schemeClr val="tx1">
                    <a:lumMod val="85000"/>
                    <a:lumOff val="15000"/>
                  </a:schemeClr>
                </a:solidFill>
                <a:latin typeface="+mn-lt"/>
                <a:ea typeface="+mn-lt"/>
                <a:cs typeface="+mn-lt"/>
              </a:defRPr>
            </a:lvl3pPr>
            <a:lvl4pPr marL="777240" indent="0">
              <a:lnSpc>
                <a:spcPct val="110000"/>
              </a:lnSpc>
              <a:buNone/>
              <a:defRPr lang="en-US" sz="1800" kern="1200" dirty="0">
                <a:solidFill>
                  <a:schemeClr val="tx1">
                    <a:lumMod val="85000"/>
                    <a:lumOff val="15000"/>
                  </a:schemeClr>
                </a:solidFill>
                <a:latin typeface="+mn-lt"/>
                <a:ea typeface="+mn-lt"/>
                <a:cs typeface="+mn-lt"/>
              </a:defRPr>
            </a:lvl4pPr>
            <a:lvl5pPr marL="960120" indent="0">
              <a:lnSpc>
                <a:spcPct val="110000"/>
              </a:lnSpc>
              <a:buNone/>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a:extLst>
              <a:ext uri="{FF2B5EF4-FFF2-40B4-BE49-F238E27FC236}">
                <a16:creationId xmlns:a16="http://schemas.microsoft.com/office/drawing/2014/main" id="{7A79808F-B1FF-C536-B44F-59CEA545BFD5}"/>
              </a:ext>
            </a:extLst>
          </p:cNvPr>
          <p:cNvSpPr>
            <a:spLocks noGrp="1"/>
          </p:cNvSpPr>
          <p:nvPr>
            <p:ph idx="14"/>
          </p:nvPr>
        </p:nvSpPr>
        <p:spPr>
          <a:xfrm>
            <a:off x="6516689" y="2286000"/>
            <a:ext cx="4911725" cy="4267200"/>
          </a:xfrm>
        </p:spPr>
        <p:txBody>
          <a:bodyPr>
            <a:normAutofit/>
          </a:bodyPr>
          <a:lstStyle>
            <a:lvl1pPr>
              <a:lnSpc>
                <a:spcPct val="110000"/>
              </a:lnSpc>
              <a:defRPr lang="en-US" sz="1800" kern="1200" dirty="0">
                <a:solidFill>
                  <a:schemeClr val="tx1">
                    <a:lumMod val="85000"/>
                    <a:lumOff val="15000"/>
                  </a:schemeClr>
                </a:solidFill>
                <a:latin typeface="+mn-lt"/>
                <a:ea typeface="+mn-lt"/>
                <a:cs typeface="+mn-lt"/>
              </a:defRPr>
            </a:lvl1pPr>
            <a:lvl2pPr>
              <a:lnSpc>
                <a:spcPct val="110000"/>
              </a:lnSpc>
              <a:defRPr lang="en-US" sz="1800" kern="1200" dirty="0">
                <a:solidFill>
                  <a:schemeClr val="tx1">
                    <a:lumMod val="85000"/>
                    <a:lumOff val="15000"/>
                  </a:schemeClr>
                </a:solidFill>
                <a:latin typeface="+mn-lt"/>
                <a:ea typeface="+mn-lt"/>
                <a:cs typeface="+mn-lt"/>
              </a:defRPr>
            </a:lvl2pPr>
            <a:lvl3pPr>
              <a:lnSpc>
                <a:spcPct val="110000"/>
              </a:lnSpc>
              <a:defRPr lang="en-US" sz="1800" kern="1200" dirty="0">
                <a:solidFill>
                  <a:schemeClr val="tx1">
                    <a:lumMod val="85000"/>
                    <a:lumOff val="15000"/>
                  </a:schemeClr>
                </a:solidFill>
                <a:latin typeface="+mn-lt"/>
                <a:ea typeface="+mn-lt"/>
                <a:cs typeface="+mn-lt"/>
              </a:defRPr>
            </a:lvl3pPr>
            <a:lvl4pPr>
              <a:lnSpc>
                <a:spcPct val="110000"/>
              </a:lnSpc>
              <a:defRPr lang="en-US" sz="1800" kern="1200" dirty="0">
                <a:solidFill>
                  <a:schemeClr val="tx1">
                    <a:lumMod val="85000"/>
                    <a:lumOff val="15000"/>
                  </a:schemeClr>
                </a:solidFill>
                <a:latin typeface="+mn-lt"/>
                <a:ea typeface="+mn-lt"/>
                <a:cs typeface="+mn-lt"/>
              </a:defRPr>
            </a:lvl4pPr>
            <a:lvl5pPr>
              <a:lnSpc>
                <a:spcPct val="110000"/>
              </a:lnSpc>
              <a:defRPr sz="1800" kern="1200" dirty="0">
                <a:solidFill>
                  <a:schemeClr val="tx1">
                    <a:lumMod val="85000"/>
                    <a:lumOff val="15000"/>
                  </a:schemeClr>
                </a:solidFill>
                <a:latin typeface="+mn-lt"/>
                <a:ea typeface="+mn-lt"/>
                <a:cs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32542941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5FB068A-9EE1-FCD9-54F9-D1322A68868B}"/>
              </a:ext>
            </a:extLst>
          </p:cNvPr>
          <p:cNvSpPr/>
          <p:nvPr userDrawn="1"/>
        </p:nvSpPr>
        <p:spPr>
          <a:xfrm>
            <a:off x="2132012" y="0"/>
            <a:ext cx="7924800" cy="6858000"/>
          </a:xfrm>
          <a:custGeom>
            <a:avLst/>
            <a:gdLst>
              <a:gd name="connsiteX0" fmla="*/ 1982890 w 7924800"/>
              <a:gd name="connsiteY0" fmla="*/ 0 h 6858000"/>
              <a:gd name="connsiteX1" fmla="*/ 5941911 w 7924800"/>
              <a:gd name="connsiteY1" fmla="*/ 0 h 6858000"/>
              <a:gd name="connsiteX2" fmla="*/ 6177816 w 7924800"/>
              <a:gd name="connsiteY2" fmla="*/ 143316 h 6858000"/>
              <a:gd name="connsiteX3" fmla="*/ 7924800 w 7924800"/>
              <a:gd name="connsiteY3" fmla="*/ 3429000 h 6858000"/>
              <a:gd name="connsiteX4" fmla="*/ 6017049 w 7924800"/>
              <a:gd name="connsiteY4" fmla="*/ 6817750 h 6858000"/>
              <a:gd name="connsiteX5" fmla="*/ 5947047 w 7924800"/>
              <a:gd name="connsiteY5" fmla="*/ 6858000 h 6858000"/>
              <a:gd name="connsiteX6" fmla="*/ 1977753 w 7924800"/>
              <a:gd name="connsiteY6" fmla="*/ 6858000 h 6858000"/>
              <a:gd name="connsiteX7" fmla="*/ 1907752 w 7924800"/>
              <a:gd name="connsiteY7" fmla="*/ 6817750 h 6858000"/>
              <a:gd name="connsiteX8" fmla="*/ 0 w 7924800"/>
              <a:gd name="connsiteY8" fmla="*/ 3429000 h 6858000"/>
              <a:gd name="connsiteX9" fmla="*/ 1746985 w 7924800"/>
              <a:gd name="connsiteY9" fmla="*/ 1433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24800" h="6858000">
                <a:moveTo>
                  <a:pt x="1982890" y="0"/>
                </a:moveTo>
                <a:lnTo>
                  <a:pt x="5941911" y="0"/>
                </a:lnTo>
                <a:lnTo>
                  <a:pt x="6177816" y="143316"/>
                </a:lnTo>
                <a:cubicBezTo>
                  <a:pt x="7231821" y="855388"/>
                  <a:pt x="7924800" y="2061267"/>
                  <a:pt x="7924800" y="3429000"/>
                </a:cubicBezTo>
                <a:cubicBezTo>
                  <a:pt x="7924800" y="4865120"/>
                  <a:pt x="7160790" y="6122796"/>
                  <a:pt x="6017049" y="6817750"/>
                </a:cubicBezTo>
                <a:lnTo>
                  <a:pt x="5947047" y="6858000"/>
                </a:lnTo>
                <a:lnTo>
                  <a:pt x="1977753" y="6858000"/>
                </a:lnTo>
                <a:lnTo>
                  <a:pt x="1907752" y="6817750"/>
                </a:lnTo>
                <a:cubicBezTo>
                  <a:pt x="764010" y="6122796"/>
                  <a:pt x="0" y="4865120"/>
                  <a:pt x="0" y="3429000"/>
                </a:cubicBezTo>
                <a:cubicBezTo>
                  <a:pt x="0" y="2061267"/>
                  <a:pt x="692980" y="855388"/>
                  <a:pt x="1746985" y="143316"/>
                </a:cubicBezTo>
                <a:close/>
              </a:path>
            </a:pathLst>
          </a:custGeom>
          <a:gradFill>
            <a:gsLst>
              <a:gs pos="0">
                <a:schemeClr val="bg1"/>
              </a:gs>
              <a:gs pos="100000">
                <a:schemeClr val="bg1">
                  <a:alpha val="0"/>
                </a:schemeClr>
              </a:gs>
            </a:gsLst>
          </a:gradFill>
          <a:ln>
            <a:noFill/>
          </a:ln>
        </p:spPr>
        <p:style>
          <a:lnRef idx="1">
            <a:schemeClr val="accent2"/>
          </a:lnRef>
          <a:fillRef idx="2">
            <a:schemeClr val="accent2"/>
          </a:fillRef>
          <a:effectRef idx="1">
            <a:schemeClr val="accent2"/>
          </a:effectRef>
          <a:fontRef idx="minor">
            <a:schemeClr val="dk1"/>
          </a:fontRef>
        </p:style>
        <p:txBody>
          <a:bodyPr wrap="square" rtlCol="0" anchor="ctr">
            <a:noAutofit/>
          </a:bodyPr>
          <a:lstStyle/>
          <a:p>
            <a:pPr algn="ctr"/>
            <a:endParaRPr lang="en-US" dirty="0"/>
          </a:p>
        </p:txBody>
      </p:sp>
      <p:sp>
        <p:nvSpPr>
          <p:cNvPr id="8" name="Left Brace 7">
            <a:extLst>
              <a:ext uri="{FF2B5EF4-FFF2-40B4-BE49-F238E27FC236}">
                <a16:creationId xmlns:a16="http://schemas.microsoft.com/office/drawing/2014/main" id="{6A409372-199C-2F3B-65CD-ADC2E45B43B7}"/>
              </a:ext>
            </a:extLst>
          </p:cNvPr>
          <p:cNvSpPr/>
          <p:nvPr userDrawn="1"/>
        </p:nvSpPr>
        <p:spPr>
          <a:xfrm>
            <a:off x="5561012" y="2022021"/>
            <a:ext cx="838200" cy="2813960"/>
          </a:xfrm>
          <a:prstGeom prst="leftBrace">
            <a:avLst>
              <a:gd name="adj1" fmla="val 34932"/>
              <a:gd name="adj2" fmla="val 50000"/>
            </a:avLst>
          </a:prstGeom>
          <a:ln w="28575">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Title 1">
            <a:extLst>
              <a:ext uri="{FF2B5EF4-FFF2-40B4-BE49-F238E27FC236}">
                <a16:creationId xmlns:a16="http://schemas.microsoft.com/office/drawing/2014/main" id="{C47599E9-7877-89FF-8C57-FEF4C3C864DD}"/>
              </a:ext>
            </a:extLst>
          </p:cNvPr>
          <p:cNvSpPr>
            <a:spLocks noGrp="1"/>
          </p:cNvSpPr>
          <p:nvPr>
            <p:ph type="title"/>
          </p:nvPr>
        </p:nvSpPr>
        <p:spPr>
          <a:xfrm>
            <a:off x="531812" y="495300"/>
            <a:ext cx="4572000" cy="5867400"/>
          </a:xfrm>
        </p:spPr>
        <p:txBody>
          <a:bodyPr anchor="ctr">
            <a:normAutofit/>
          </a:bodyPr>
          <a:lstStyle>
            <a:lvl1pPr marL="0" indent="0" algn="r">
              <a:lnSpc>
                <a:spcPct val="110000"/>
              </a:lnSpc>
              <a:defRPr sz="4800"/>
            </a:lvl1pPr>
          </a:lstStyle>
          <a:p>
            <a:r>
              <a:rPr lang="en-US"/>
              <a:t>Click to edit Master title style</a:t>
            </a:r>
            <a:endParaRPr dirty="0"/>
          </a:p>
        </p:txBody>
      </p:sp>
      <p:sp>
        <p:nvSpPr>
          <p:cNvPr id="4" name="Text Placeholder 10">
            <a:extLst>
              <a:ext uri="{FF2B5EF4-FFF2-40B4-BE49-F238E27FC236}">
                <a16:creationId xmlns:a16="http://schemas.microsoft.com/office/drawing/2014/main" id="{22A2F27B-8DDF-057C-B969-50B4B8C3D2AF}"/>
              </a:ext>
            </a:extLst>
          </p:cNvPr>
          <p:cNvSpPr>
            <a:spLocks noGrp="1"/>
          </p:cNvSpPr>
          <p:nvPr>
            <p:ph type="body" sz="quarter" idx="14"/>
          </p:nvPr>
        </p:nvSpPr>
        <p:spPr>
          <a:xfrm>
            <a:off x="6768305" y="2247900"/>
            <a:ext cx="4443413" cy="2400300"/>
          </a:xfrm>
        </p:spPr>
        <p:txBody>
          <a:bodyPr anchor="ctr">
            <a:normAutofit/>
          </a:bodyPr>
          <a:lstStyle>
            <a:lvl1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1pPr>
            <a:lvl2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2pPr>
            <a:lvl3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3pPr>
            <a:lvl4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smtClean="0">
                <a:solidFill>
                  <a:schemeClr val="tx1">
                    <a:lumMod val="85000"/>
                    <a:lumOff val="15000"/>
                  </a:schemeClr>
                </a:solidFill>
                <a:latin typeface="+mn-lt"/>
                <a:ea typeface="+mn-ea"/>
                <a:cs typeface="+mn-cs"/>
              </a:defRPr>
            </a:lvl4pPr>
            <a:lvl5pPr marL="45720" indent="0" algn="l" defTabSz="914400" rtl="0" eaLnBrk="1" latinLnBrk="0" hangingPunct="1">
              <a:lnSpc>
                <a:spcPct val="110000"/>
              </a:lnSpc>
              <a:spcBef>
                <a:spcPts val="1800"/>
              </a:spcBef>
              <a:buClr>
                <a:schemeClr val="tx1">
                  <a:lumMod val="65000"/>
                  <a:lumOff val="35000"/>
                </a:schemeClr>
              </a:buClr>
              <a:buSzPct val="80000"/>
              <a:buFont typeface="Arial" pitchFamily="34" charset="0"/>
              <a:buNone/>
              <a:defRPr lang="en-US" sz="2000" kern="1200" spc="30" dirty="0">
                <a:solidFill>
                  <a:schemeClr val="tx1">
                    <a:lumMod val="85000"/>
                    <a:lumOff val="15000"/>
                  </a:schemeClr>
                </a:solidFill>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53367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212" y="533400"/>
            <a:ext cx="8686801"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212" y="1828800"/>
            <a:ext cx="8686801"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213" y="6155267"/>
            <a:ext cx="5653087" cy="273049"/>
          </a:xfrm>
          <a:prstGeom prst="rect">
            <a:avLst/>
          </a:prstGeom>
        </p:spPr>
        <p:txBody>
          <a:bodyPr vert="horz" lIns="91440" tIns="45720" rIns="91440" bIns="45720" rtlCol="0" anchor="ctr"/>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932612" y="6155267"/>
            <a:ext cx="1371600" cy="273049"/>
          </a:xfrm>
          <a:prstGeom prst="rect">
            <a:avLst/>
          </a:prstGeom>
        </p:spPr>
        <p:txBody>
          <a:bodyPr vert="horz" lIns="91440" tIns="45720" rIns="91440" bIns="45720" rtlCol="0" anchor="ctr"/>
          <a:lstStyle>
            <a:lvl1pPr algn="r">
              <a:defRPr sz="1100">
                <a:solidFill>
                  <a:schemeClr val="tx1"/>
                </a:solidFill>
              </a:defRPr>
            </a:lvl1pPr>
          </a:lstStyle>
          <a:p>
            <a:endParaRPr lang="en-US" dirty="0"/>
          </a:p>
        </p:txBody>
      </p:sp>
      <p:sp>
        <p:nvSpPr>
          <p:cNvPr id="6" name="Slide Number Placeholder 5"/>
          <p:cNvSpPr>
            <a:spLocks noGrp="1"/>
          </p:cNvSpPr>
          <p:nvPr>
            <p:ph type="sldNum" sz="quarter" idx="4"/>
          </p:nvPr>
        </p:nvSpPr>
        <p:spPr>
          <a:xfrm>
            <a:off x="8532812" y="6155267"/>
            <a:ext cx="1219201" cy="273049"/>
          </a:xfrm>
          <a:prstGeom prst="rect">
            <a:avLst/>
          </a:prstGeom>
        </p:spPr>
        <p:txBody>
          <a:bodyPr vert="horz" lIns="91440" tIns="45720" rIns="91440" bIns="45720" rtlCol="0" anchor="ctr"/>
          <a:lstStyle>
            <a:lvl1pPr algn="r">
              <a:defRPr sz="1100">
                <a:solidFill>
                  <a:schemeClr val="tx1"/>
                </a:solidFill>
              </a:defRPr>
            </a:lvl1pPr>
          </a:lstStyle>
          <a:p>
            <a:fld id="{AAEAE4A8-A6E5-453E-B946-FB774B73F48C}" type="slidenum">
              <a:rPr lang="en-US" smtClean="0"/>
              <a:pPr/>
              <a:t>‹#›</a:t>
            </a:fld>
            <a:endParaRPr lang="en-US" dirty="0"/>
          </a:p>
        </p:txBody>
      </p:sp>
    </p:spTree>
    <p:extLst>
      <p:ext uri="{BB962C8B-B14F-4D97-AF65-F5344CB8AC3E}">
        <p14:creationId xmlns:p14="http://schemas.microsoft.com/office/powerpoint/2010/main" val="1327670427"/>
      </p:ext>
    </p:extLst>
  </p:cSld>
  <p:clrMap bg1="lt1" tx1="dk1" bg2="lt2" tx2="dk2" accent1="accent1" accent2="accent2" accent3="accent3" accent4="accent4" accent5="accent5" accent6="accent6" hlink="hlink" folHlink="folHlink"/>
  <p:sldLayoutIdLst>
    <p:sldLayoutId id="2147483678" r:id="rId1"/>
    <p:sldLayoutId id="2147483672" r:id="rId2"/>
    <p:sldLayoutId id="2147483695" r:id="rId3"/>
    <p:sldLayoutId id="2147483685" r:id="rId4"/>
    <p:sldLayoutId id="2147483662" r:id="rId5"/>
    <p:sldLayoutId id="2147483682" r:id="rId6"/>
    <p:sldLayoutId id="2147483696" r:id="rId7"/>
    <p:sldLayoutId id="2147483693" r:id="rId8"/>
    <p:sldLayoutId id="2147483692" r:id="rId9"/>
    <p:sldLayoutId id="2147483676" r:id="rId10"/>
    <p:sldLayoutId id="2147483665" r:id="rId11"/>
    <p:sldLayoutId id="2147483688" r:id="rId12"/>
    <p:sldLayoutId id="2147483686" r:id="rId13"/>
  </p:sldLayoutIdLst>
  <p:hf hdr="0" ftr="0" dt="0"/>
  <p:txStyles>
    <p:titleStyle>
      <a:lvl1pPr algn="l" defTabSz="914400" rtl="0" eaLnBrk="1" latinLnBrk="0" hangingPunct="1">
        <a:lnSpc>
          <a:spcPct val="80000"/>
        </a:lnSpc>
        <a:spcBef>
          <a:spcPct val="0"/>
        </a:spcBef>
        <a:buNone/>
        <a:defRPr sz="3600" b="1" kern="1200">
          <a:solidFill>
            <a:schemeClr val="tx1">
              <a:lumMod val="85000"/>
              <a:lumOff val="1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lumMod val="85000"/>
              <a:lumOff val="15000"/>
            </a:schemeClr>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lumMod val="85000"/>
              <a:lumOff val="15000"/>
            </a:schemeClr>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lumMod val="85000"/>
              <a:lumOff val="15000"/>
            </a:schemeClr>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lumMod val="85000"/>
              <a:lumOff val="15000"/>
            </a:schemeClr>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accent2">
                <a:lumMod val="110000"/>
                <a:satMod val="105000"/>
                <a:tint val="67000"/>
                <a:alpha val="0"/>
              </a:schemeClr>
            </a:gs>
            <a:gs pos="100000">
              <a:schemeClr val="bg2"/>
            </a:gs>
          </a:gsLst>
          <a:lin ang="5400000" scaled="0"/>
        </a:gra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665691" y="-171400"/>
            <a:ext cx="10287000" cy="3886200"/>
          </a:xfrm>
        </p:spPr>
        <p:txBody>
          <a:bodyPr anchor="b">
            <a:normAutofit/>
          </a:bodyPr>
          <a:lstStyle/>
          <a:p>
            <a:r>
              <a:rPr lang="en-GB" dirty="0">
                <a:solidFill>
                  <a:srgbClr val="C00000"/>
                </a:solidFill>
                <a:latin typeface="Bahnschrift Condensed" panose="020B0502040204020203" pitchFamily="34" charset="0"/>
              </a:rPr>
              <a:t>Breach of Confidentiality </a:t>
            </a:r>
            <a:br>
              <a:rPr lang="en-GB" dirty="0">
                <a:solidFill>
                  <a:srgbClr val="C00000"/>
                </a:solidFill>
                <a:latin typeface="Bahnschrift Condensed" panose="020B0502040204020203" pitchFamily="34" charset="0"/>
              </a:rPr>
            </a:br>
            <a:r>
              <a:rPr lang="en-GB" dirty="0">
                <a:solidFill>
                  <a:srgbClr val="C00000"/>
                </a:solidFill>
                <a:latin typeface="Bahnschrift Condensed" panose="020B0502040204020203" pitchFamily="34" charset="0"/>
              </a:rPr>
              <a:t>and Privacy under </a:t>
            </a:r>
            <a:br>
              <a:rPr lang="en-GB" dirty="0">
                <a:solidFill>
                  <a:srgbClr val="C00000"/>
                </a:solidFill>
                <a:latin typeface="Bahnschrift Condensed" panose="020B0502040204020203" pitchFamily="34" charset="0"/>
              </a:rPr>
            </a:br>
            <a:r>
              <a:rPr lang="en-GB" dirty="0">
                <a:solidFill>
                  <a:srgbClr val="C00000"/>
                </a:solidFill>
                <a:latin typeface="Bahnschrift Condensed" panose="020B0502040204020203" pitchFamily="34" charset="0"/>
              </a:rPr>
              <a:t>the IT Act</a:t>
            </a:r>
            <a:endParaRPr lang="en-US" dirty="0">
              <a:solidFill>
                <a:srgbClr val="C00000"/>
              </a:solidFill>
            </a:endParaRPr>
          </a:p>
        </p:txBody>
      </p:sp>
      <p:sp>
        <p:nvSpPr>
          <p:cNvPr id="3" name="Content Placeholder 2"/>
          <p:cNvSpPr>
            <a:spLocks noGrp="1"/>
          </p:cNvSpPr>
          <p:nvPr>
            <p:ph type="body" sz="quarter" idx="10"/>
          </p:nvPr>
        </p:nvSpPr>
        <p:spPr>
          <a:xfrm>
            <a:off x="837828" y="4365104"/>
            <a:ext cx="4042048" cy="544860"/>
          </a:xfrm>
        </p:spPr>
        <p:txBody>
          <a:bodyPr>
            <a:normAutofit/>
          </a:bodyPr>
          <a:lstStyle/>
          <a:p>
            <a:r>
              <a:rPr lang="en-US" b="1" dirty="0"/>
              <a:t>MOHAMED NIHAL - 37</a:t>
            </a:r>
          </a:p>
        </p:txBody>
      </p:sp>
    </p:spTree>
    <p:extLst>
      <p:ext uri="{BB962C8B-B14F-4D97-AF65-F5344CB8AC3E}">
        <p14:creationId xmlns:p14="http://schemas.microsoft.com/office/powerpoint/2010/main" val="3658128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85FFD-5207-3292-CCA1-DF6A58EFC3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C42CB-B963-0FD5-6B34-BEEDA7F56BD2}"/>
              </a:ext>
            </a:extLst>
          </p:cNvPr>
          <p:cNvSpPr>
            <a:spLocks noGrp="1"/>
          </p:cNvSpPr>
          <p:nvPr>
            <p:ph type="title"/>
          </p:nvPr>
        </p:nvSpPr>
        <p:spPr>
          <a:xfrm>
            <a:off x="549796" y="476672"/>
            <a:ext cx="10749544" cy="1447800"/>
          </a:xfrm>
        </p:spPr>
        <p:txBody>
          <a:bodyPr anchor="t">
            <a:normAutofit/>
          </a:bodyPr>
          <a:lstStyle/>
          <a:p>
            <a:r>
              <a:rPr lang="en-US" dirty="0"/>
              <a:t>Introduction: The Digital Landscape &amp; Cyber Threats</a:t>
            </a:r>
          </a:p>
        </p:txBody>
      </p:sp>
      <p:sp>
        <p:nvSpPr>
          <p:cNvPr id="3" name="Content Placeholder 2">
            <a:extLst>
              <a:ext uri="{FF2B5EF4-FFF2-40B4-BE49-F238E27FC236}">
                <a16:creationId xmlns:a16="http://schemas.microsoft.com/office/drawing/2014/main" id="{DC41AFF9-19BA-B303-7425-352D7CF3184A}"/>
              </a:ext>
            </a:extLst>
          </p:cNvPr>
          <p:cNvSpPr>
            <a:spLocks noGrp="1"/>
          </p:cNvSpPr>
          <p:nvPr>
            <p:ph idx="1"/>
          </p:nvPr>
        </p:nvSpPr>
        <p:spPr>
          <a:xfrm>
            <a:off x="549796" y="1636440"/>
            <a:ext cx="11875405" cy="5882580"/>
          </a:xfrm>
        </p:spPr>
        <p:txBody>
          <a:bodyPr vert="horz" lIns="91440" tIns="45720" rIns="91440" bIns="45720" rtlCol="0" anchor="t">
            <a:normAutofit/>
          </a:bodyPr>
          <a:lstStyle/>
          <a:p>
            <a:r>
              <a:rPr lang="en-US" sz="2200" b="1" dirty="0"/>
              <a:t>Information Technology</a:t>
            </a:r>
            <a:r>
              <a:rPr lang="en-US" sz="2200" dirty="0"/>
              <a:t> has transformed daily life – banking, e‑commerce, </a:t>
            </a:r>
          </a:p>
          <a:p>
            <a:r>
              <a:rPr lang="en-US" sz="2200" dirty="0"/>
              <a:t>	tele‑marketing – making transactions faster, more efficient and accurate.</a:t>
            </a:r>
          </a:p>
          <a:p>
            <a:r>
              <a:rPr lang="en-US" sz="2200" dirty="0"/>
              <a:t>But this growth has also attracted </a:t>
            </a:r>
            <a:r>
              <a:rPr lang="en-US" sz="2200" b="1" dirty="0"/>
              <a:t>misusers and criminals</a:t>
            </a:r>
            <a:r>
              <a:rPr lang="en-US" sz="2200" dirty="0"/>
              <a:t> who exploit the internet.</a:t>
            </a:r>
          </a:p>
          <a:p>
            <a:r>
              <a:rPr lang="en-US" sz="2200" dirty="0"/>
              <a:t>A new class of </a:t>
            </a:r>
            <a:r>
              <a:rPr lang="en-US" sz="2200" b="1" dirty="0"/>
              <a:t>white‑collared cyber offenders</a:t>
            </a:r>
            <a:r>
              <a:rPr lang="en-US" sz="2200" dirty="0"/>
              <a:t> now commits fraud online through </a:t>
            </a:r>
          </a:p>
          <a:p>
            <a:r>
              <a:rPr lang="en-US" sz="2200" dirty="0"/>
              <a:t>	techniques like phishing, digital forgery, and illegal trade.</a:t>
            </a:r>
          </a:p>
          <a:p>
            <a:r>
              <a:rPr lang="en-US" sz="2200" dirty="0"/>
              <a:t>To counter this, India enacted the </a:t>
            </a:r>
            <a:r>
              <a:rPr lang="en-US" sz="2200" b="1" dirty="0"/>
              <a:t>Information Technology Act, 2000</a:t>
            </a:r>
            <a:r>
              <a:rPr lang="en-US" sz="2200" dirty="0"/>
              <a:t> </a:t>
            </a:r>
          </a:p>
          <a:p>
            <a:r>
              <a:rPr lang="en-US" sz="2200" dirty="0"/>
              <a:t>	(amended 2008) to control and punish cyber crimes.</a:t>
            </a:r>
          </a:p>
        </p:txBody>
      </p:sp>
    </p:spTree>
    <p:extLst>
      <p:ext uri="{BB962C8B-B14F-4D97-AF65-F5344CB8AC3E}">
        <p14:creationId xmlns:p14="http://schemas.microsoft.com/office/powerpoint/2010/main" val="2538065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CADDF-A2F1-DD50-E159-D678E6218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1865D9-0A0A-E86B-5C67-522B0A9A7367}"/>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176E4E71-1145-A444-E291-08EC5ACC6AE9}"/>
              </a:ext>
            </a:extLst>
          </p:cNvPr>
          <p:cNvSpPr>
            <a:spLocks noGrp="1"/>
          </p:cNvSpPr>
          <p:nvPr>
            <p:ph idx="1"/>
          </p:nvPr>
        </p:nvSpPr>
        <p:spPr>
          <a:xfrm>
            <a:off x="313420" y="980728"/>
            <a:ext cx="11875405" cy="5688632"/>
          </a:xfrm>
        </p:spPr>
        <p:txBody>
          <a:bodyPr vert="horz" lIns="91440" tIns="45720" rIns="91440" bIns="45720" rtlCol="0" anchor="t">
            <a:normAutofit/>
          </a:bodyPr>
          <a:lstStyle/>
          <a:p>
            <a:pPr>
              <a:lnSpc>
                <a:spcPct val="150000"/>
              </a:lnSpc>
              <a:spcBef>
                <a:spcPts val="100"/>
              </a:spcBef>
            </a:pPr>
            <a:r>
              <a:rPr lang="en-US" sz="2500" b="1" dirty="0"/>
              <a:t>Section 72 – Breach of Confidentiality and Privacy</a:t>
            </a:r>
          </a:p>
          <a:p>
            <a:pPr>
              <a:lnSpc>
                <a:spcPct val="150000"/>
              </a:lnSpc>
              <a:spcBef>
                <a:spcPts val="100"/>
              </a:spcBef>
            </a:pPr>
            <a:r>
              <a:rPr lang="en-US" b="1" dirty="0"/>
              <a:t>Who:</a:t>
            </a:r>
            <a:r>
              <a:rPr lang="en-US" dirty="0"/>
              <a:t> Any person who, under powers of the IT Act or rules, has secured access to any electronic record, book, register, correspondence, information, document or other material </a:t>
            </a:r>
            <a:r>
              <a:rPr lang="en-US" b="1" dirty="0"/>
              <a:t>without consent</a:t>
            </a:r>
            <a:r>
              <a:rPr lang="en-US" dirty="0"/>
              <a:t>.</a:t>
            </a:r>
          </a:p>
          <a:p>
            <a:pPr>
              <a:lnSpc>
                <a:spcPct val="150000"/>
              </a:lnSpc>
              <a:spcBef>
                <a:spcPts val="100"/>
              </a:spcBef>
            </a:pPr>
            <a:r>
              <a:rPr lang="en-US" b="1" dirty="0"/>
              <a:t>Act:</a:t>
            </a:r>
            <a:r>
              <a:rPr lang="en-US" dirty="0"/>
              <a:t> Discloses such material to any other person.</a:t>
            </a:r>
          </a:p>
          <a:p>
            <a:pPr>
              <a:lnSpc>
                <a:spcPct val="150000"/>
              </a:lnSpc>
              <a:spcBef>
                <a:spcPts val="100"/>
              </a:spcBef>
            </a:pPr>
            <a:r>
              <a:rPr lang="en-US" b="1" dirty="0"/>
              <a:t>Punishment:</a:t>
            </a:r>
            <a:r>
              <a:rPr lang="en-US" dirty="0"/>
              <a:t> Imprisonment up to </a:t>
            </a:r>
            <a:r>
              <a:rPr lang="en-US" b="1" dirty="0"/>
              <a:t>2 years</a:t>
            </a:r>
            <a:r>
              <a:rPr lang="en-US" dirty="0"/>
              <a:t> OR fine up to </a:t>
            </a:r>
            <a:r>
              <a:rPr lang="en-US" b="1" dirty="0"/>
              <a:t>₹1 lakh</a:t>
            </a:r>
            <a:r>
              <a:rPr lang="en-US" dirty="0"/>
              <a:t> OR both.</a:t>
            </a:r>
          </a:p>
          <a:p>
            <a:pPr>
              <a:lnSpc>
                <a:spcPct val="150000"/>
              </a:lnSpc>
              <a:spcBef>
                <a:spcPts val="100"/>
              </a:spcBef>
            </a:pPr>
            <a:r>
              <a:rPr lang="en-US" b="1" dirty="0"/>
              <a:t>Legal status:</a:t>
            </a:r>
            <a:r>
              <a:rPr lang="en-US" dirty="0"/>
              <a:t> Non‑cognizable, bailable (Section 77B).</a:t>
            </a:r>
          </a:p>
          <a:p>
            <a:pPr>
              <a:lnSpc>
                <a:spcPct val="150000"/>
              </a:lnSpc>
              <a:spcBef>
                <a:spcPts val="100"/>
              </a:spcBef>
            </a:pPr>
            <a:endParaRPr lang="en-US" dirty="0"/>
          </a:p>
          <a:p>
            <a:pPr>
              <a:lnSpc>
                <a:spcPct val="150000"/>
              </a:lnSpc>
              <a:spcBef>
                <a:spcPts val="100"/>
              </a:spcBef>
            </a:pPr>
            <a:r>
              <a:rPr lang="en-US" dirty="0"/>
              <a:t>Violates the confidentiality of information accessed through lawful authority, thereby reducing trust in digital systems. It creates fear among users regarding misuse of sensitive data by authorized persons. Even unauthorized disclosure without malicious intent is punishable under this section. This ensures strict responsibility and protection of personal and official information.</a:t>
            </a:r>
          </a:p>
          <a:p>
            <a:pPr>
              <a:lnSpc>
                <a:spcPct val="150000"/>
              </a:lnSpc>
              <a:spcBef>
                <a:spcPts val="100"/>
              </a:spcBef>
            </a:pPr>
            <a:endParaRPr lang="en-US" dirty="0"/>
          </a:p>
        </p:txBody>
      </p:sp>
    </p:spTree>
    <p:extLst>
      <p:ext uri="{BB962C8B-B14F-4D97-AF65-F5344CB8AC3E}">
        <p14:creationId xmlns:p14="http://schemas.microsoft.com/office/powerpoint/2010/main" val="3078147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30F92-7F35-3470-DC9E-770F68B846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A7B5EF-DFEA-6C24-809B-EA32E9C879E5}"/>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C476097E-334E-6D04-23C6-C8DB8F3E7F5C}"/>
              </a:ext>
            </a:extLst>
          </p:cNvPr>
          <p:cNvSpPr>
            <a:spLocks noGrp="1"/>
          </p:cNvSpPr>
          <p:nvPr>
            <p:ph idx="1"/>
          </p:nvPr>
        </p:nvSpPr>
        <p:spPr>
          <a:xfrm>
            <a:off x="313420" y="620688"/>
            <a:ext cx="11875405" cy="6048672"/>
          </a:xfrm>
        </p:spPr>
        <p:txBody>
          <a:bodyPr vert="horz" lIns="91440" tIns="45720" rIns="91440" bIns="45720" rtlCol="0" anchor="t">
            <a:normAutofit/>
          </a:bodyPr>
          <a:lstStyle/>
          <a:p>
            <a:pPr>
              <a:lnSpc>
                <a:spcPct val="150000"/>
              </a:lnSpc>
              <a:spcBef>
                <a:spcPts val="100"/>
              </a:spcBef>
            </a:pPr>
            <a:endParaRPr lang="en-US" dirty="0"/>
          </a:p>
          <a:p>
            <a:pPr>
              <a:lnSpc>
                <a:spcPct val="150000"/>
              </a:lnSpc>
              <a:spcBef>
                <a:spcPts val="100"/>
              </a:spcBef>
            </a:pPr>
            <a:r>
              <a:rPr lang="en-US" sz="2500" b="1" dirty="0"/>
              <a:t>Section 72A – Disclosure of Information in Breach of Lawful Contract</a:t>
            </a:r>
          </a:p>
          <a:p>
            <a:pPr>
              <a:lnSpc>
                <a:spcPct val="150000"/>
              </a:lnSpc>
              <a:spcBef>
                <a:spcPts val="100"/>
              </a:spcBef>
            </a:pPr>
            <a:r>
              <a:rPr lang="en-US" b="1" dirty="0"/>
              <a:t>Who:</a:t>
            </a:r>
            <a:r>
              <a:rPr lang="en-US" dirty="0"/>
              <a:t> Any person including an </a:t>
            </a:r>
            <a:r>
              <a:rPr lang="en-US" b="1" dirty="0"/>
              <a:t>intermediary</a:t>
            </a:r>
            <a:r>
              <a:rPr lang="en-US" dirty="0"/>
              <a:t>, while providing services under a </a:t>
            </a:r>
            <a:r>
              <a:rPr lang="en-US" b="1" dirty="0"/>
              <a:t>lawful contract</a:t>
            </a:r>
            <a:r>
              <a:rPr lang="en-US" dirty="0"/>
              <a:t>, secures access to </a:t>
            </a:r>
            <a:r>
              <a:rPr lang="en-US" b="1" dirty="0"/>
              <a:t>personal information</a:t>
            </a:r>
            <a:r>
              <a:rPr lang="en-US" dirty="0"/>
              <a:t> of another.</a:t>
            </a:r>
          </a:p>
          <a:p>
            <a:pPr>
              <a:lnSpc>
                <a:spcPct val="150000"/>
              </a:lnSpc>
              <a:spcBef>
                <a:spcPts val="100"/>
              </a:spcBef>
            </a:pPr>
            <a:r>
              <a:rPr lang="en-US" b="1" dirty="0"/>
              <a:t>Intention:</a:t>
            </a:r>
            <a:r>
              <a:rPr lang="en-US" dirty="0"/>
              <a:t> With intent to cause, or knowledge that he is likely to cause, </a:t>
            </a:r>
            <a:r>
              <a:rPr lang="en-US" b="1" dirty="0"/>
              <a:t>wrongful loss or wrongful gain</a:t>
            </a:r>
            <a:r>
              <a:rPr lang="en-US" dirty="0"/>
              <a:t>.</a:t>
            </a:r>
          </a:p>
          <a:p>
            <a:pPr>
              <a:lnSpc>
                <a:spcPct val="150000"/>
              </a:lnSpc>
              <a:spcBef>
                <a:spcPts val="100"/>
              </a:spcBef>
            </a:pPr>
            <a:r>
              <a:rPr lang="en-US" b="1" dirty="0"/>
              <a:t>Act:</a:t>
            </a:r>
            <a:r>
              <a:rPr lang="en-US" dirty="0"/>
              <a:t> Discloses that material without consent </a:t>
            </a:r>
            <a:r>
              <a:rPr lang="en-US" b="1" dirty="0"/>
              <a:t>or</a:t>
            </a:r>
            <a:r>
              <a:rPr lang="en-US" dirty="0"/>
              <a:t> in breach of the contract.</a:t>
            </a:r>
          </a:p>
          <a:p>
            <a:pPr>
              <a:lnSpc>
                <a:spcPct val="150000"/>
              </a:lnSpc>
              <a:spcBef>
                <a:spcPts val="100"/>
              </a:spcBef>
            </a:pPr>
            <a:r>
              <a:rPr lang="en-US" b="1" dirty="0"/>
              <a:t>Punishment:</a:t>
            </a:r>
            <a:r>
              <a:rPr lang="en-US" dirty="0"/>
              <a:t> Imprisonment up to </a:t>
            </a:r>
            <a:r>
              <a:rPr lang="en-US" b="1" dirty="0"/>
              <a:t>3 years</a:t>
            </a:r>
            <a:r>
              <a:rPr lang="en-US" dirty="0"/>
              <a:t> OR fine up to </a:t>
            </a:r>
            <a:r>
              <a:rPr lang="en-US" b="1" dirty="0"/>
              <a:t>₹5 lakh</a:t>
            </a:r>
            <a:r>
              <a:rPr lang="en-US" dirty="0"/>
              <a:t> OR both.</a:t>
            </a:r>
          </a:p>
          <a:p>
            <a:pPr>
              <a:lnSpc>
                <a:spcPct val="150000"/>
              </a:lnSpc>
              <a:spcBef>
                <a:spcPts val="100"/>
              </a:spcBef>
            </a:pPr>
            <a:r>
              <a:rPr lang="en-US" b="1" dirty="0"/>
              <a:t>Legal status:</a:t>
            </a:r>
            <a:r>
              <a:rPr lang="en-US" dirty="0"/>
              <a:t> Cognizable, bailable (Section 77B)</a:t>
            </a:r>
          </a:p>
          <a:p>
            <a:pPr>
              <a:lnSpc>
                <a:spcPct val="150000"/>
              </a:lnSpc>
              <a:spcBef>
                <a:spcPts val="100"/>
              </a:spcBef>
            </a:pPr>
            <a:endParaRPr lang="en-US" dirty="0"/>
          </a:p>
          <a:p>
            <a:pPr>
              <a:lnSpc>
                <a:spcPct val="150000"/>
              </a:lnSpc>
              <a:spcBef>
                <a:spcPts val="100"/>
              </a:spcBef>
            </a:pPr>
            <a:r>
              <a:rPr lang="en-US" dirty="0"/>
              <a:t>Undermines both confidentiality and trust in contractual relationships involving personal data. It discourages misuse of information obtained during service delivery or professional engagement. Disclosure with intent to cause wrongful loss or gain makes the offence more serious. This ensures accountability and strengthens data protection in business and service sectors.</a:t>
            </a:r>
          </a:p>
          <a:p>
            <a:pPr>
              <a:lnSpc>
                <a:spcPct val="150000"/>
              </a:lnSpc>
              <a:spcBef>
                <a:spcPts val="100"/>
              </a:spcBef>
            </a:pPr>
            <a:endParaRPr lang="en-US" dirty="0"/>
          </a:p>
          <a:p>
            <a:pPr>
              <a:lnSpc>
                <a:spcPct val="150000"/>
              </a:lnSpc>
              <a:spcBef>
                <a:spcPts val="100"/>
              </a:spcBef>
            </a:pPr>
            <a:endParaRPr lang="en-US" dirty="0"/>
          </a:p>
        </p:txBody>
      </p:sp>
    </p:spTree>
    <p:extLst>
      <p:ext uri="{BB962C8B-B14F-4D97-AF65-F5344CB8AC3E}">
        <p14:creationId xmlns:p14="http://schemas.microsoft.com/office/powerpoint/2010/main" val="140524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D3F2-CD2A-9E25-BB1E-15F1EE49AC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E6D22E-00D8-1518-E536-06D774E9496B}"/>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CC941D57-107D-E58F-DA2B-C05225C054F3}"/>
              </a:ext>
            </a:extLst>
          </p:cNvPr>
          <p:cNvSpPr>
            <a:spLocks noGrp="1"/>
          </p:cNvSpPr>
          <p:nvPr>
            <p:ph idx="1"/>
          </p:nvPr>
        </p:nvSpPr>
        <p:spPr>
          <a:xfrm>
            <a:off x="313420" y="980728"/>
            <a:ext cx="11875405" cy="5688632"/>
          </a:xfrm>
        </p:spPr>
        <p:txBody>
          <a:bodyPr vert="horz" lIns="91440" tIns="45720" rIns="91440" bIns="45720" rtlCol="0" anchor="t">
            <a:normAutofit/>
          </a:bodyPr>
          <a:lstStyle/>
          <a:p>
            <a:r>
              <a:rPr lang="en-US" sz="2500" b="1" dirty="0"/>
              <a:t>Section 71 – Misrepresentation</a:t>
            </a:r>
          </a:p>
          <a:p>
            <a:pPr>
              <a:lnSpc>
                <a:spcPct val="100000"/>
              </a:lnSpc>
            </a:pPr>
            <a:r>
              <a:rPr lang="en-US" b="1" dirty="0"/>
              <a:t>Who:</a:t>
            </a:r>
            <a:r>
              <a:rPr lang="en-US" dirty="0"/>
              <a:t> Any person dealing with the </a:t>
            </a:r>
            <a:r>
              <a:rPr lang="en-US" i="1" dirty="0"/>
              <a:t>Controller or Certifying Authority ( </a:t>
            </a:r>
            <a:r>
              <a:rPr lang="en-US" dirty="0"/>
              <a:t>refers to the authorities governing </a:t>
            </a:r>
            <a:r>
              <a:rPr lang="en-US" b="1" dirty="0"/>
              <a:t>Digital Signatures</a:t>
            </a:r>
            <a:r>
              <a:rPr lang="en-US" dirty="0"/>
              <a:t> in India </a:t>
            </a:r>
            <a:r>
              <a:rPr lang="en-US" i="1" dirty="0"/>
              <a:t>)</a:t>
            </a:r>
            <a:r>
              <a:rPr lang="en-US" dirty="0"/>
              <a:t>under the IT Act.</a:t>
            </a:r>
          </a:p>
          <a:p>
            <a:pPr>
              <a:lnSpc>
                <a:spcPct val="100000"/>
              </a:lnSpc>
            </a:pPr>
            <a:r>
              <a:rPr lang="en-US" b="1" dirty="0"/>
              <a:t>Intention:</a:t>
            </a:r>
            <a:r>
              <a:rPr lang="en-US" dirty="0"/>
              <a:t> To obtain a license, Digital Signature Certificate, or any approval by providing </a:t>
            </a:r>
            <a:r>
              <a:rPr lang="en-US" i="1" dirty="0"/>
              <a:t>false information</a:t>
            </a:r>
            <a:r>
              <a:rPr lang="en-US" dirty="0"/>
              <a:t> or </a:t>
            </a:r>
            <a:r>
              <a:rPr lang="en-US" i="1" dirty="0"/>
              <a:t>suppressing material facts</a:t>
            </a:r>
            <a:r>
              <a:rPr lang="en-US" dirty="0"/>
              <a:t>.</a:t>
            </a:r>
          </a:p>
          <a:p>
            <a:pPr>
              <a:lnSpc>
                <a:spcPct val="100000"/>
              </a:lnSpc>
            </a:pPr>
            <a:r>
              <a:rPr lang="en-US" b="1" dirty="0"/>
              <a:t>Act:</a:t>
            </a:r>
            <a:r>
              <a:rPr lang="en-US" dirty="0"/>
              <a:t> Makes misrepresentation or conceals important information.</a:t>
            </a:r>
          </a:p>
          <a:p>
            <a:pPr>
              <a:lnSpc>
                <a:spcPct val="100000"/>
              </a:lnSpc>
            </a:pPr>
            <a:r>
              <a:rPr lang="en-US" b="1" dirty="0"/>
              <a:t>Punishment:</a:t>
            </a:r>
            <a:r>
              <a:rPr lang="en-US" dirty="0"/>
              <a:t> Imprisonment up to </a:t>
            </a:r>
            <a:r>
              <a:rPr lang="en-US" b="1" dirty="0"/>
              <a:t>2 years</a:t>
            </a:r>
            <a:r>
              <a:rPr lang="en-US" dirty="0"/>
              <a:t> OR fine up to </a:t>
            </a:r>
            <a:r>
              <a:rPr lang="en-US" b="1" dirty="0"/>
              <a:t>₹1 lakh</a:t>
            </a:r>
            <a:r>
              <a:rPr lang="en-US" dirty="0"/>
              <a:t> OR both.</a:t>
            </a:r>
          </a:p>
          <a:p>
            <a:pPr>
              <a:lnSpc>
                <a:spcPct val="100000"/>
              </a:lnSpc>
            </a:pPr>
            <a:r>
              <a:rPr lang="en-US" b="1" dirty="0"/>
              <a:t>Legal status:</a:t>
            </a:r>
            <a:r>
              <a:rPr lang="en-US" dirty="0"/>
              <a:t> Non-Cognizable, bailable (Section 77B)</a:t>
            </a:r>
          </a:p>
          <a:p>
            <a:r>
              <a:rPr lang="en-US" dirty="0"/>
              <a:t>Undermines the </a:t>
            </a:r>
            <a:r>
              <a:rPr lang="en-US" i="1" dirty="0"/>
              <a:t>integrity and trustworthiness</a:t>
            </a:r>
            <a:r>
              <a:rPr lang="en-US" dirty="0"/>
              <a:t> of electronic records and certification systems. It weakens the reliability of digital authentication mechanisms used in secure communications.  Even omission of critical facts is treated as misrepresentation under this section. This ensures transparency and accountability in digital certification processes.</a:t>
            </a:r>
          </a:p>
          <a:p>
            <a:endParaRPr lang="en-US" dirty="0"/>
          </a:p>
          <a:p>
            <a:endParaRPr lang="en-US" dirty="0"/>
          </a:p>
        </p:txBody>
      </p:sp>
    </p:spTree>
    <p:extLst>
      <p:ext uri="{BB962C8B-B14F-4D97-AF65-F5344CB8AC3E}">
        <p14:creationId xmlns:p14="http://schemas.microsoft.com/office/powerpoint/2010/main" val="654092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8F08-8AE6-C9A1-DCB2-421021D075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17E74-B72F-73F2-24E7-8F2CDB364DFC}"/>
              </a:ext>
            </a:extLst>
          </p:cNvPr>
          <p:cNvSpPr>
            <a:spLocks noGrp="1"/>
          </p:cNvSpPr>
          <p:nvPr>
            <p:ph type="title"/>
          </p:nvPr>
        </p:nvSpPr>
        <p:spPr>
          <a:xfrm>
            <a:off x="313420" y="188640"/>
            <a:ext cx="10749544" cy="1447800"/>
          </a:xfrm>
        </p:spPr>
        <p:txBody>
          <a:bodyPr anchor="t">
            <a:normAutofit/>
          </a:bodyPr>
          <a:lstStyle/>
          <a:p>
            <a:pPr marL="45720"/>
            <a:r>
              <a:rPr lang="en-US" dirty="0"/>
              <a:t>Core Legal Provisions on Confidentiality &amp; Privacy</a:t>
            </a:r>
          </a:p>
        </p:txBody>
      </p:sp>
      <p:sp>
        <p:nvSpPr>
          <p:cNvPr id="3" name="Content Placeholder 2">
            <a:extLst>
              <a:ext uri="{FF2B5EF4-FFF2-40B4-BE49-F238E27FC236}">
                <a16:creationId xmlns:a16="http://schemas.microsoft.com/office/drawing/2014/main" id="{086B6116-8494-5FCE-396D-CB872E86A596}"/>
              </a:ext>
            </a:extLst>
          </p:cNvPr>
          <p:cNvSpPr>
            <a:spLocks noGrp="1"/>
          </p:cNvSpPr>
          <p:nvPr>
            <p:ph idx="1"/>
          </p:nvPr>
        </p:nvSpPr>
        <p:spPr>
          <a:xfrm>
            <a:off x="313420" y="1052736"/>
            <a:ext cx="11875405" cy="5616624"/>
          </a:xfrm>
        </p:spPr>
        <p:txBody>
          <a:bodyPr vert="horz" lIns="91440" tIns="45720" rIns="91440" bIns="45720" rtlCol="0" anchor="t">
            <a:normAutofit/>
          </a:bodyPr>
          <a:lstStyle/>
          <a:p>
            <a:r>
              <a:rPr lang="en-US" sz="2500" b="1" dirty="0"/>
              <a:t>Section 73 – Publishing False Electronic Signature Certificate</a:t>
            </a:r>
          </a:p>
          <a:p>
            <a:r>
              <a:rPr lang="en-US" b="1" dirty="0"/>
              <a:t>Section 73</a:t>
            </a:r>
            <a:r>
              <a:rPr lang="en-US" dirty="0"/>
              <a:t> is about the </a:t>
            </a:r>
            <a:r>
              <a:rPr lang="en-US" b="1" dirty="0"/>
              <a:t>falsity</a:t>
            </a:r>
            <a:r>
              <a:rPr lang="en-US" dirty="0"/>
              <a:t> of the certificate (it’s fake or expired).</a:t>
            </a:r>
            <a:endParaRPr lang="en-US" b="1" dirty="0"/>
          </a:p>
          <a:p>
            <a:r>
              <a:rPr lang="en-US" b="1" dirty="0"/>
              <a:t>Who:</a:t>
            </a:r>
            <a:r>
              <a:rPr lang="en-US" dirty="0"/>
              <a:t> Any person who publishes a </a:t>
            </a:r>
            <a:r>
              <a:rPr lang="en-US" i="1" dirty="0"/>
              <a:t>Digital Signature Certificate</a:t>
            </a:r>
            <a:r>
              <a:rPr lang="en-US" dirty="0"/>
              <a:t>.</a:t>
            </a:r>
          </a:p>
          <a:p>
            <a:r>
              <a:rPr lang="en-US" b="1" dirty="0"/>
              <a:t>Intention:</a:t>
            </a:r>
            <a:r>
              <a:rPr lang="en-US" dirty="0"/>
              <a:t> Knowing that the certificate is </a:t>
            </a:r>
            <a:r>
              <a:rPr lang="en-US" i="1" dirty="0"/>
              <a:t>false, not issued</a:t>
            </a:r>
            <a:r>
              <a:rPr lang="en-US" dirty="0"/>
              <a:t>, or has been </a:t>
            </a:r>
            <a:r>
              <a:rPr lang="en-US" i="1" dirty="0"/>
              <a:t>revoked/suspended</a:t>
            </a:r>
            <a:r>
              <a:rPr lang="en-US" dirty="0"/>
              <a:t>.</a:t>
            </a:r>
          </a:p>
          <a:p>
            <a:r>
              <a:rPr lang="en-US" b="1" dirty="0"/>
              <a:t>Act:</a:t>
            </a:r>
            <a:r>
              <a:rPr lang="en-US" dirty="0"/>
              <a:t> Publishes or makes available a false Digital Signature Certificate.</a:t>
            </a:r>
          </a:p>
          <a:p>
            <a:r>
              <a:rPr lang="en-US" b="1" dirty="0"/>
              <a:t>Punishment:</a:t>
            </a:r>
            <a:r>
              <a:rPr lang="en-US" dirty="0"/>
              <a:t> Imprisonment up to </a:t>
            </a:r>
            <a:r>
              <a:rPr lang="en-US" b="1" dirty="0"/>
              <a:t>2 years</a:t>
            </a:r>
            <a:r>
              <a:rPr lang="en-US" dirty="0"/>
              <a:t> OR fine up to </a:t>
            </a:r>
            <a:r>
              <a:rPr lang="en-US" b="1" dirty="0"/>
              <a:t>₹1 lakh</a:t>
            </a:r>
            <a:r>
              <a:rPr lang="en-US" dirty="0"/>
              <a:t> OR both.</a:t>
            </a:r>
          </a:p>
          <a:p>
            <a:r>
              <a:rPr lang="en-US" b="1" dirty="0"/>
              <a:t>Legal status:</a:t>
            </a:r>
            <a:r>
              <a:rPr lang="en-US" dirty="0"/>
              <a:t> Cognizable, bailable (Section 77B)</a:t>
            </a:r>
          </a:p>
          <a:p>
            <a:r>
              <a:rPr lang="en-US" dirty="0"/>
              <a:t>Directly affects the </a:t>
            </a:r>
            <a:r>
              <a:rPr lang="en-US" i="1" dirty="0"/>
              <a:t>integrity and authenticity</a:t>
            </a:r>
            <a:r>
              <a:rPr lang="en-US" dirty="0"/>
              <a:t> of electronic transactions and communications. It can mislead users into trusting forged identities in digital environments. This section is crucial in preventing identity fraud in e-commerce and e-governance systems. It ensures that only valid and verified digital certificates are relied upon.</a:t>
            </a:r>
          </a:p>
          <a:p>
            <a:endParaRPr lang="en-US" dirty="0"/>
          </a:p>
        </p:txBody>
      </p:sp>
    </p:spTree>
    <p:extLst>
      <p:ext uri="{BB962C8B-B14F-4D97-AF65-F5344CB8AC3E}">
        <p14:creationId xmlns:p14="http://schemas.microsoft.com/office/powerpoint/2010/main" val="4229069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74845-1A60-EAD0-126B-D35D832AB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C773CA-D84B-CE3B-87AF-5F8A299F5EC4}"/>
              </a:ext>
            </a:extLst>
          </p:cNvPr>
          <p:cNvSpPr>
            <a:spLocks noGrp="1"/>
          </p:cNvSpPr>
          <p:nvPr>
            <p:ph type="title"/>
          </p:nvPr>
        </p:nvSpPr>
        <p:spPr>
          <a:xfrm>
            <a:off x="313420" y="188640"/>
            <a:ext cx="10749544" cy="1447800"/>
          </a:xfrm>
        </p:spPr>
        <p:txBody>
          <a:bodyPr anchor="t">
            <a:normAutofit/>
          </a:bodyPr>
          <a:lstStyle/>
          <a:p>
            <a:r>
              <a:rPr lang="en-US" dirty="0"/>
              <a:t>Core Legal Provisions on Confidentiality &amp; Privacy</a:t>
            </a:r>
          </a:p>
        </p:txBody>
      </p:sp>
      <p:sp>
        <p:nvSpPr>
          <p:cNvPr id="3" name="Content Placeholder 2">
            <a:extLst>
              <a:ext uri="{FF2B5EF4-FFF2-40B4-BE49-F238E27FC236}">
                <a16:creationId xmlns:a16="http://schemas.microsoft.com/office/drawing/2014/main" id="{F7BDC8C4-FEEA-7E0F-EBAA-6A606A6FBA8A}"/>
              </a:ext>
            </a:extLst>
          </p:cNvPr>
          <p:cNvSpPr>
            <a:spLocks noGrp="1"/>
          </p:cNvSpPr>
          <p:nvPr>
            <p:ph idx="1"/>
          </p:nvPr>
        </p:nvSpPr>
        <p:spPr>
          <a:xfrm>
            <a:off x="313420" y="1268760"/>
            <a:ext cx="11875405" cy="5400600"/>
          </a:xfrm>
        </p:spPr>
        <p:txBody>
          <a:bodyPr vert="horz" lIns="91440" tIns="45720" rIns="91440" bIns="45720" rtlCol="0" anchor="t">
            <a:normAutofit lnSpcReduction="10000"/>
          </a:bodyPr>
          <a:lstStyle/>
          <a:p>
            <a:r>
              <a:rPr lang="en-US" sz="2500" b="1" dirty="0"/>
              <a:t>Section 74 – Publication for Fraudulent Purpose</a:t>
            </a:r>
          </a:p>
          <a:p>
            <a:r>
              <a:rPr lang="en-US" b="1" dirty="0"/>
              <a:t>Section 74</a:t>
            </a:r>
            <a:r>
              <a:rPr lang="en-US" dirty="0"/>
              <a:t> is about the </a:t>
            </a:r>
            <a:r>
              <a:rPr lang="en-US" b="1" dirty="0"/>
              <a:t>purpose</a:t>
            </a:r>
            <a:r>
              <a:rPr lang="en-US" dirty="0"/>
              <a:t> (using even a real-looking certificate to commit a scam).</a:t>
            </a:r>
            <a:endParaRPr lang="en-US" b="1" dirty="0"/>
          </a:p>
          <a:p>
            <a:r>
              <a:rPr lang="en-US" b="1" dirty="0"/>
              <a:t>Who:</a:t>
            </a:r>
            <a:r>
              <a:rPr lang="en-US" dirty="0"/>
              <a:t> Any person who publishes a Digital Signature Certificate.</a:t>
            </a:r>
          </a:p>
          <a:p>
            <a:r>
              <a:rPr lang="en-US" b="1" dirty="0"/>
              <a:t>Intention:</a:t>
            </a:r>
            <a:r>
              <a:rPr lang="en-US" dirty="0"/>
              <a:t> With </a:t>
            </a:r>
            <a:r>
              <a:rPr lang="en-US" i="1" dirty="0"/>
              <a:t>fraudulent or unlawful purpose</a:t>
            </a:r>
            <a:r>
              <a:rPr lang="en-US" dirty="0"/>
              <a:t>.</a:t>
            </a:r>
          </a:p>
          <a:p>
            <a:r>
              <a:rPr lang="en-US" b="1" dirty="0"/>
              <a:t>Act:</a:t>
            </a:r>
            <a:r>
              <a:rPr lang="en-US" dirty="0"/>
              <a:t> Publishes or uses a Digital Signature Certificate to commit fraud.</a:t>
            </a:r>
          </a:p>
          <a:p>
            <a:r>
              <a:rPr lang="en-US" b="1" dirty="0"/>
              <a:t>Punishment:</a:t>
            </a:r>
            <a:r>
              <a:rPr lang="en-US" dirty="0"/>
              <a:t> Imprisonment up to </a:t>
            </a:r>
            <a:r>
              <a:rPr lang="en-US" b="1" dirty="0"/>
              <a:t>2 years</a:t>
            </a:r>
            <a:r>
              <a:rPr lang="en-US" dirty="0"/>
              <a:t> OR fine up to </a:t>
            </a:r>
            <a:r>
              <a:rPr lang="en-US" b="1" dirty="0"/>
              <a:t>₹1 lakh</a:t>
            </a:r>
            <a:r>
              <a:rPr lang="en-US" dirty="0"/>
              <a:t> OR both.</a:t>
            </a:r>
          </a:p>
          <a:p>
            <a:r>
              <a:rPr lang="en-US" b="1" dirty="0"/>
              <a:t>Legal status:</a:t>
            </a:r>
            <a:r>
              <a:rPr lang="en-US" dirty="0"/>
              <a:t> Cognizable, bailable (Section 77B).</a:t>
            </a:r>
          </a:p>
          <a:p>
            <a:endParaRPr lang="en-US" dirty="0"/>
          </a:p>
          <a:p>
            <a:r>
              <a:rPr lang="en-US" dirty="0"/>
              <a:t>Compromises both </a:t>
            </a:r>
            <a:r>
              <a:rPr lang="en-US" i="1" dirty="0"/>
              <a:t>confidentiality and integrity</a:t>
            </a:r>
            <a:r>
              <a:rPr lang="en-US" dirty="0"/>
              <a:t> by enabling unauthorized or deceptive electronic activities. It allows attackers to impersonate legitimate users and access sensitive information . This provision acts as a deterrent against misuse of digital identity tools in cybercrimes. It also strengthens trust in secure digital communication systems.</a:t>
            </a:r>
          </a:p>
          <a:p>
            <a:endParaRPr lang="en-US" dirty="0"/>
          </a:p>
        </p:txBody>
      </p:sp>
    </p:spTree>
    <p:extLst>
      <p:ext uri="{BB962C8B-B14F-4D97-AF65-F5344CB8AC3E}">
        <p14:creationId xmlns:p14="http://schemas.microsoft.com/office/powerpoint/2010/main" val="1805803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DE2FC-F4D4-9C78-6299-D81367F296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02A7C-0E99-3F2B-DD10-1EA8ACC0473B}"/>
              </a:ext>
            </a:extLst>
          </p:cNvPr>
          <p:cNvSpPr>
            <a:spLocks noGrp="1"/>
          </p:cNvSpPr>
          <p:nvPr>
            <p:ph type="title"/>
          </p:nvPr>
        </p:nvSpPr>
        <p:spPr>
          <a:xfrm>
            <a:off x="313420" y="188640"/>
            <a:ext cx="10749544" cy="1447800"/>
          </a:xfrm>
        </p:spPr>
        <p:txBody>
          <a:bodyPr anchor="t">
            <a:normAutofit/>
          </a:bodyPr>
          <a:lstStyle/>
          <a:p>
            <a:r>
              <a:rPr lang="en-IN" dirty="0"/>
              <a:t>Procedural Aspects &amp; Enforcement Mechanisms</a:t>
            </a:r>
          </a:p>
        </p:txBody>
      </p:sp>
      <p:sp>
        <p:nvSpPr>
          <p:cNvPr id="3" name="Content Placeholder 2">
            <a:extLst>
              <a:ext uri="{FF2B5EF4-FFF2-40B4-BE49-F238E27FC236}">
                <a16:creationId xmlns:a16="http://schemas.microsoft.com/office/drawing/2014/main" id="{B91DFAF3-9CCC-75CD-B5D6-7BDEA03D3F44}"/>
              </a:ext>
            </a:extLst>
          </p:cNvPr>
          <p:cNvSpPr>
            <a:spLocks noGrp="1"/>
          </p:cNvSpPr>
          <p:nvPr>
            <p:ph idx="1"/>
          </p:nvPr>
        </p:nvSpPr>
        <p:spPr>
          <a:xfrm>
            <a:off x="313420" y="1124744"/>
            <a:ext cx="11875405" cy="5544616"/>
          </a:xfrm>
        </p:spPr>
        <p:txBody>
          <a:bodyPr vert="horz" lIns="91440" tIns="45720" rIns="91440" bIns="45720" rtlCol="0" anchor="t">
            <a:normAutofit/>
          </a:bodyPr>
          <a:lstStyle/>
          <a:p>
            <a:r>
              <a:rPr lang="en-US" sz="2500" b="1" dirty="0"/>
              <a:t>Section 77B – Cognizance &amp; Bail</a:t>
            </a:r>
            <a:endParaRPr lang="en-US" sz="2500" dirty="0"/>
          </a:p>
          <a:p>
            <a:pPr lvl="1"/>
            <a:endParaRPr lang="en-US" b="1" dirty="0"/>
          </a:p>
          <a:p>
            <a:pPr lvl="1"/>
            <a:r>
              <a:rPr lang="en-US" b="1" dirty="0"/>
              <a:t>Cognizable Offence: </a:t>
            </a:r>
            <a:r>
              <a:rPr lang="en-US" dirty="0"/>
              <a:t>Offenses punishable with imprisonment of 3 years or more are cognizable (Police can arrest without a warrant). </a:t>
            </a:r>
          </a:p>
          <a:p>
            <a:pPr lvl="1"/>
            <a:r>
              <a:rPr lang="en-US" b="1" dirty="0"/>
              <a:t>Non-Cognizable Offence: </a:t>
            </a:r>
            <a:r>
              <a:rPr lang="en-US" dirty="0"/>
              <a:t>Offenses punishable with imprisonment of less than 3 years are non-cognizable</a:t>
            </a:r>
          </a:p>
          <a:p>
            <a:pPr lvl="1"/>
            <a:r>
              <a:rPr lang="en-US" dirty="0"/>
              <a:t>However, the Act specifies that all offenses under the IT Act are </a:t>
            </a:r>
            <a:r>
              <a:rPr lang="en-US" b="1" dirty="0"/>
              <a:t>bailable</a:t>
            </a:r>
            <a:r>
              <a:rPr lang="en-US" dirty="0"/>
              <a:t>, </a:t>
            </a:r>
            <a:r>
              <a:rPr lang="en-US" i="1" dirty="0"/>
              <a:t>except</a:t>
            </a:r>
            <a:r>
              <a:rPr lang="en-US" dirty="0"/>
              <a:t> for those specifically listed otherwise (like cyber terrorism or child pornography)</a:t>
            </a:r>
          </a:p>
          <a:p>
            <a:pPr lvl="1"/>
            <a:endParaRPr lang="en-US" i="1" dirty="0"/>
          </a:p>
          <a:p>
            <a:pPr lvl="1"/>
            <a:r>
              <a:rPr lang="en-US" i="1" dirty="0"/>
              <a:t>Example:</a:t>
            </a:r>
            <a:r>
              <a:rPr lang="en-US" dirty="0"/>
              <a:t> Section 72 (2 years) → non‑cognizable, bailable. Section 72A (3 years) → cognizable, bailable.</a:t>
            </a:r>
          </a:p>
          <a:p>
            <a:pPr lvl="1"/>
            <a:endParaRPr lang="en-US" dirty="0"/>
          </a:p>
        </p:txBody>
      </p:sp>
    </p:spTree>
    <p:extLst>
      <p:ext uri="{BB962C8B-B14F-4D97-AF65-F5344CB8AC3E}">
        <p14:creationId xmlns:p14="http://schemas.microsoft.com/office/powerpoint/2010/main" val="362386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87CDE-47E6-D268-2331-6DA89EA72E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A8AE2-1729-5D26-AD5D-769A47C8996D}"/>
              </a:ext>
            </a:extLst>
          </p:cNvPr>
          <p:cNvSpPr>
            <a:spLocks noGrp="1"/>
          </p:cNvSpPr>
          <p:nvPr>
            <p:ph type="title"/>
          </p:nvPr>
        </p:nvSpPr>
        <p:spPr>
          <a:xfrm>
            <a:off x="313420" y="188640"/>
            <a:ext cx="10749544" cy="1447800"/>
          </a:xfrm>
        </p:spPr>
        <p:txBody>
          <a:bodyPr anchor="t">
            <a:normAutofit/>
          </a:bodyPr>
          <a:lstStyle/>
          <a:p>
            <a:r>
              <a:rPr lang="en-IN" dirty="0"/>
              <a:t>Procedural Aspects &amp; Enforcement Mechanisms</a:t>
            </a:r>
          </a:p>
        </p:txBody>
      </p:sp>
      <p:sp>
        <p:nvSpPr>
          <p:cNvPr id="3" name="Content Placeholder 2">
            <a:extLst>
              <a:ext uri="{FF2B5EF4-FFF2-40B4-BE49-F238E27FC236}">
                <a16:creationId xmlns:a16="http://schemas.microsoft.com/office/drawing/2014/main" id="{351515D6-EA69-EC70-61C8-CF4C47A5C11C}"/>
              </a:ext>
            </a:extLst>
          </p:cNvPr>
          <p:cNvSpPr>
            <a:spLocks noGrp="1"/>
          </p:cNvSpPr>
          <p:nvPr>
            <p:ph idx="1"/>
          </p:nvPr>
        </p:nvSpPr>
        <p:spPr>
          <a:xfrm>
            <a:off x="313420" y="1124744"/>
            <a:ext cx="11875405" cy="5544616"/>
          </a:xfrm>
        </p:spPr>
        <p:txBody>
          <a:bodyPr vert="horz" lIns="91440" tIns="45720" rIns="91440" bIns="45720" rtlCol="0" anchor="t">
            <a:normAutofit/>
          </a:bodyPr>
          <a:lstStyle/>
          <a:p>
            <a:r>
              <a:rPr lang="en-US" sz="2500" b="1" dirty="0"/>
              <a:t>Section 80 – Powers of Police to Enter and Search</a:t>
            </a:r>
          </a:p>
          <a:p>
            <a:r>
              <a:rPr lang="en-US" b="1" dirty="0"/>
              <a:t>Who: </a:t>
            </a:r>
            <a:r>
              <a:rPr lang="en-US" dirty="0"/>
              <a:t>Any police officer not below the rank of Inspector or any other officer authorized by the Central Government.</a:t>
            </a:r>
          </a:p>
          <a:p>
            <a:r>
              <a:rPr lang="en-US" b="1" dirty="0"/>
              <a:t>Where: </a:t>
            </a:r>
            <a:r>
              <a:rPr lang="en-US" dirty="0"/>
              <a:t>These powers are specifically applicable to any public place.</a:t>
            </a:r>
          </a:p>
          <a:p>
            <a:r>
              <a:rPr lang="en-US" b="1" dirty="0"/>
              <a:t>Condition: </a:t>
            </a:r>
            <a:r>
              <a:rPr lang="en-US" dirty="0"/>
              <a:t>The officer must have reasonable suspicion that an offense under this Act has been, or is being, committed.</a:t>
            </a:r>
          </a:p>
          <a:p>
            <a:r>
              <a:rPr lang="en-US" b="1" dirty="0"/>
              <a:t>Act: </a:t>
            </a:r>
            <a:r>
              <a:rPr lang="en-US" dirty="0"/>
              <a:t>The officer may enter, search, and arrest any person without a warrant.</a:t>
            </a:r>
          </a:p>
          <a:p>
            <a:r>
              <a:rPr lang="en-US" b="1" dirty="0"/>
              <a:t>Legal Safeguard: </a:t>
            </a:r>
            <a:r>
              <a:rPr lang="en-US" dirty="0"/>
              <a:t>The search must respect individual rights and be conducted according to legal procedures to ensure dignity and legality</a:t>
            </a:r>
          </a:p>
        </p:txBody>
      </p:sp>
    </p:spTree>
    <p:extLst>
      <p:ext uri="{BB962C8B-B14F-4D97-AF65-F5344CB8AC3E}">
        <p14:creationId xmlns:p14="http://schemas.microsoft.com/office/powerpoint/2010/main" val="23439376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5086300" y="332656"/>
            <a:ext cx="4572000" cy="5867400"/>
          </a:xfrm>
        </p:spPr>
        <p:txBody>
          <a:bodyPr>
            <a:normAutofit/>
          </a:bodyPr>
          <a:lstStyle/>
          <a:p>
            <a:r>
              <a:rPr lang="en-US" dirty="0"/>
              <a:t>Thank you</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Custom">
  <a:themeElements>
    <a:clrScheme name="Custom 174">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E1EAED"/>
      </a:accent6>
      <a:hlink>
        <a:srgbClr val="9454C3"/>
      </a:hlink>
      <a:folHlink>
        <a:srgbClr val="3EBBF0"/>
      </a:folHlink>
    </a:clrScheme>
    <a:fontScheme name="Custom 30">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M03460663_win32_LW_V7.potx" id="{B4376E67-A46A-4922-AE0D-3354FC109E20}" vid="{F49CC2A7-BC98-4F28-8A83-D1D23E8024B9}"/>
    </a:ext>
  </a:extLst>
</a:theme>
</file>

<file path=ppt/theme/theme2.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37B52A-9EC8-4B7A-85C4-31F7EAFE403D}">
  <ds:schemaRefs>
    <ds:schemaRef ds:uri="http://schemas.microsoft.com/sharepoint/v3/contenttype/forms"/>
  </ds:schemaRefs>
</ds:datastoreItem>
</file>

<file path=customXml/itemProps2.xml><?xml version="1.0" encoding="utf-8"?>
<ds:datastoreItem xmlns:ds="http://schemas.openxmlformats.org/officeDocument/2006/customXml" ds:itemID="{AF050606-E255-48B6-AE23-CE03A589EB22}">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elements/1.1/"/>
    <ds:schemaRef ds:uri="http://schemas.openxmlformats.org/package/2006/metadata/core-properties"/>
    <ds:schemaRef ds:uri="230e9df3-be65-4c73-a93b-d1236ebd677e"/>
    <ds:schemaRef ds:uri="16c05727-aa75-4e4a-9b5f-8a80a1165891"/>
    <ds:schemaRef ds:uri="http://schemas.microsoft.com/sharepoint/v3"/>
    <ds:schemaRef ds:uri="71af3243-3dd4-4a8d-8c0d-dd76da1f02a5"/>
    <ds:schemaRef ds:uri="http://www.w3.org/XML/1998/namespace"/>
    <ds:schemaRef ds:uri="http://purl.org/dc/terms/"/>
  </ds:schemaRefs>
</ds:datastoreItem>
</file>

<file path=customXml/itemProps3.xml><?xml version="1.0" encoding="utf-8"?>
<ds:datastoreItem xmlns:ds="http://schemas.openxmlformats.org/officeDocument/2006/customXml" ds:itemID="{20C06458-EC9A-428C-9123-A760B9587A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Business strategy slides</Template>
  <TotalTime>70</TotalTime>
  <Words>1068</Words>
  <Application>Microsoft Office PowerPoint</Application>
  <PresentationFormat>Custom</PresentationFormat>
  <Paragraphs>72</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Bahnschrift Condensed</vt:lpstr>
      <vt:lpstr>Century Gothic</vt:lpstr>
      <vt:lpstr>Palatino Linotype</vt:lpstr>
      <vt:lpstr>Custom</vt:lpstr>
      <vt:lpstr>Breach of Confidentiality  and Privacy under  the IT Act</vt:lpstr>
      <vt:lpstr>Introduction: The Digital Landscape &amp; Cyber Threats</vt:lpstr>
      <vt:lpstr>Core Legal Provisions on Confidentiality &amp; Privacy</vt:lpstr>
      <vt:lpstr>Core Legal Provisions on Confidentiality &amp; Privacy</vt:lpstr>
      <vt:lpstr>Core Legal Provisions on Confidentiality &amp; Privacy</vt:lpstr>
      <vt:lpstr>Core Legal Provisions on Confidentiality &amp; Privacy</vt:lpstr>
      <vt:lpstr>Core Legal Provisions on Confidentiality &amp; Privacy</vt:lpstr>
      <vt:lpstr>Procedural Aspects &amp; Enforcement Mechanisms</vt:lpstr>
      <vt:lpstr>Procedural Aspects &amp; Enforcement Mechanisms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Mohamed Nihal</dc:creator>
  <cp:lastModifiedBy>Mohamed Nihal</cp:lastModifiedBy>
  <cp:revision>7</cp:revision>
  <dcterms:created xsi:type="dcterms:W3CDTF">2026-03-25T14:22:16Z</dcterms:created>
  <dcterms:modified xsi:type="dcterms:W3CDTF">2026-04-16T16:35:50Z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Order">
    <vt:r8>74069400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MediaServiceImageTags">
    <vt:lpwstr/>
  </property>
</Properties>
</file>