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6"/>
  </p:notesMasterIdLst>
  <p:handoutMasterIdLst>
    <p:handoutMasterId r:id="rId17"/>
  </p:handoutMasterIdLst>
  <p:sldIdLst>
    <p:sldId id="257" r:id="rId5"/>
    <p:sldId id="264" r:id="rId6"/>
    <p:sldId id="282" r:id="rId7"/>
    <p:sldId id="283" r:id="rId8"/>
    <p:sldId id="284" r:id="rId9"/>
    <p:sldId id="286" r:id="rId10"/>
    <p:sldId id="287" r:id="rId11"/>
    <p:sldId id="288" r:id="rId12"/>
    <p:sldId id="289" r:id="rId13"/>
    <p:sldId id="290" r:id="rId14"/>
    <p:sldId id="277" r:id="rId15"/>
  </p:sldIdLst>
  <p:sldSz cx="12188825"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orient="horz" pos="1008">
          <p15:clr>
            <a:srgbClr val="A4A3A4"/>
          </p15:clr>
        </p15:guide>
        <p15:guide id="3" orient="horz" pos="3792">
          <p15:clr>
            <a:srgbClr val="A4A3A4"/>
          </p15:clr>
        </p15:guide>
        <p15:guide id="4" orient="horz" pos="336">
          <p15:clr>
            <a:srgbClr val="A4A3A4"/>
          </p15:clr>
        </p15:guide>
        <p15:guide id="5" orient="horz" pos="1920">
          <p15:clr>
            <a:srgbClr val="A4A3A4"/>
          </p15:clr>
        </p15:guide>
        <p15:guide id="6" orient="horz" pos="3984">
          <p15:clr>
            <a:srgbClr val="A4A3A4"/>
          </p15:clr>
        </p15:guide>
        <p15:guide id="7" orient="horz" pos="1152">
          <p15:clr>
            <a:srgbClr val="A4A3A4"/>
          </p15:clr>
        </p15:guide>
        <p15:guide id="8" pos="3839">
          <p15:clr>
            <a:srgbClr val="A4A3A4"/>
          </p15:clr>
        </p15:guide>
        <p15:guide id="9" pos="671">
          <p15:clr>
            <a:srgbClr val="A4A3A4"/>
          </p15:clr>
        </p15:guide>
        <p15:guide id="10" pos="7007">
          <p15:clr>
            <a:srgbClr val="A4A3A4"/>
          </p15:clr>
        </p15:guide>
        <p15:guide id="11" pos="6143">
          <p15:clr>
            <a:srgbClr val="A4A3A4"/>
          </p15:clr>
        </p15:guide>
        <p15:guide id="12" pos="3263">
          <p15:clr>
            <a:srgbClr val="A4A3A4"/>
          </p15:clr>
        </p15:guide>
        <p15:guide id="13" pos="7391">
          <p15:clr>
            <a:srgbClr val="A4A3A4"/>
          </p15:clr>
        </p15:guide>
        <p15:guide id="14" pos="3695">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C89EF96-8CEA-46FF-86C4-4CE0E760980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958" autoAdjust="0"/>
    <p:restoredTop sz="94879" autoAdjust="0"/>
  </p:normalViewPr>
  <p:slideViewPr>
    <p:cSldViewPr showGuides="1">
      <p:cViewPr varScale="1">
        <p:scale>
          <a:sx n="78" d="100"/>
          <a:sy n="78" d="100"/>
        </p:scale>
        <p:origin x="653" y="91"/>
      </p:cViewPr>
      <p:guideLst>
        <p:guide orient="horz" pos="2160"/>
        <p:guide orient="horz" pos="1008"/>
        <p:guide orient="horz" pos="3792"/>
        <p:guide orient="horz" pos="336"/>
        <p:guide orient="horz" pos="1920"/>
        <p:guide orient="horz" pos="3984"/>
        <p:guide orient="horz" pos="1152"/>
        <p:guide pos="3839"/>
        <p:guide pos="671"/>
        <p:guide pos="7007"/>
        <p:guide pos="6143"/>
        <p:guide pos="3263"/>
        <p:guide pos="7391"/>
        <p:guide pos="3695"/>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0"/>
    </p:cViewPr>
  </p:sorterViewPr>
  <p:notesViewPr>
    <p:cSldViewPr showGuides="1">
      <p:cViewPr varScale="1">
        <p:scale>
          <a:sx n="73" d="100"/>
          <a:sy n="73" d="100"/>
        </p:scale>
        <p:origin x="2126" y="29"/>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4CE221E-83ED-4F6C-BA5F-3F9E6FDB6953}" type="datetimeFigureOut">
              <a:rPr lang="en-US"/>
              <a:t>3/25/2026</a:t>
            </a:fld>
            <a:endParaRPr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A4CBEF8-5CDE-472B-839B-B8BB0C881006}" type="slidenum">
              <a:rPr/>
              <a:t>‹#›</a:t>
            </a:fld>
            <a:endParaRPr dirty="0"/>
          </a:p>
        </p:txBody>
      </p:sp>
    </p:spTree>
    <p:extLst>
      <p:ext uri="{BB962C8B-B14F-4D97-AF65-F5344CB8AC3E}">
        <p14:creationId xmlns:p14="http://schemas.microsoft.com/office/powerpoint/2010/main" val="426328929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7853E5F-CE67-483C-A264-F17AC70E9CA2}" type="datetimeFigureOut">
              <a:rPr lang="en-US"/>
              <a:t>3/25/2026</a:t>
            </a:fld>
            <a:endParaRPr dirty="0"/>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BB98AFB-CB0D-4DFE-87B9-B4B0D0DE73CD}" type="slidenum">
              <a:rPr/>
              <a:t>‹#›</a:t>
            </a:fld>
            <a:endParaRPr dirty="0"/>
          </a:p>
        </p:txBody>
      </p:sp>
    </p:spTree>
    <p:extLst>
      <p:ext uri="{BB962C8B-B14F-4D97-AF65-F5344CB8AC3E}">
        <p14:creationId xmlns:p14="http://schemas.microsoft.com/office/powerpoint/2010/main" val="25128058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BB98AFB-CB0D-4DFE-87B9-B4B0D0DE73CD}" type="slidenum">
              <a:rPr lang="en-US" smtClean="0"/>
              <a:t>1</a:t>
            </a:fld>
            <a:endParaRPr lang="en-US" dirty="0"/>
          </a:p>
        </p:txBody>
      </p:sp>
    </p:spTree>
    <p:extLst>
      <p:ext uri="{BB962C8B-B14F-4D97-AF65-F5344CB8AC3E}">
        <p14:creationId xmlns:p14="http://schemas.microsoft.com/office/powerpoint/2010/main" val="286401476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nly ">
    <p:bg>
      <p:bgPr>
        <a:gradFill>
          <a:gsLst>
            <a:gs pos="0">
              <a:schemeClr val="accent2">
                <a:lumMod val="110000"/>
                <a:satMod val="105000"/>
                <a:tint val="67000"/>
                <a:alpha val="0"/>
              </a:schemeClr>
            </a:gs>
            <a:gs pos="100000">
              <a:schemeClr val="bg2"/>
            </a:gs>
          </a:gsLst>
          <a:lin ang="5400000" scaled="0"/>
        </a:gradFill>
        <a:effectLst/>
      </p:bgPr>
    </p:bg>
    <p:spTree>
      <p:nvGrpSpPr>
        <p:cNvPr id="1" name=""/>
        <p:cNvGrpSpPr/>
        <p:nvPr/>
      </p:nvGrpSpPr>
      <p:grpSpPr>
        <a:xfrm>
          <a:off x="0" y="0"/>
          <a:ext cx="0" cy="0"/>
          <a:chOff x="0" y="0"/>
          <a:chExt cx="0" cy="0"/>
        </a:xfrm>
      </p:grpSpPr>
      <p:pic>
        <p:nvPicPr>
          <p:cNvPr id="8" name="Picture 7" descr="A white circles on a black background&#10;&#10;Description automatically generated">
            <a:extLst>
              <a:ext uri="{FF2B5EF4-FFF2-40B4-BE49-F238E27FC236}">
                <a16:creationId xmlns:a16="http://schemas.microsoft.com/office/drawing/2014/main" id="{05185B01-840C-72E0-FF30-8EE18CFC550E}"/>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t="11504" r="4105" b="14441"/>
          <a:stretch/>
        </p:blipFill>
        <p:spPr>
          <a:xfrm>
            <a:off x="3275012" y="0"/>
            <a:ext cx="8913812" cy="6867457"/>
          </a:xfrm>
          <a:prstGeom prst="rect">
            <a:avLst/>
          </a:prstGeom>
        </p:spPr>
      </p:pic>
      <p:sp>
        <p:nvSpPr>
          <p:cNvPr id="2" name="Title 1"/>
          <p:cNvSpPr>
            <a:spLocks noGrp="1"/>
          </p:cNvSpPr>
          <p:nvPr>
            <p:ph type="title"/>
          </p:nvPr>
        </p:nvSpPr>
        <p:spPr>
          <a:xfrm>
            <a:off x="684212" y="1295400"/>
            <a:ext cx="10287000" cy="3886200"/>
          </a:xfrm>
        </p:spPr>
        <p:txBody>
          <a:bodyPr anchor="b">
            <a:normAutofit/>
          </a:bodyPr>
          <a:lstStyle>
            <a:lvl1pPr marL="0" indent="0" algn="l">
              <a:lnSpc>
                <a:spcPct val="100000"/>
              </a:lnSpc>
              <a:defRPr sz="6600"/>
            </a:lvl1pPr>
          </a:lstStyle>
          <a:p>
            <a:r>
              <a:rPr lang="en-US"/>
              <a:t>Click to edit Master title style</a:t>
            </a:r>
            <a:endParaRPr dirty="0"/>
          </a:p>
        </p:txBody>
      </p:sp>
      <p:sp>
        <p:nvSpPr>
          <p:cNvPr id="10" name="Text Placeholder 9">
            <a:extLst>
              <a:ext uri="{FF2B5EF4-FFF2-40B4-BE49-F238E27FC236}">
                <a16:creationId xmlns:a16="http://schemas.microsoft.com/office/drawing/2014/main" id="{695FDDB8-B25B-0452-0EE6-99D1F02803F7}"/>
              </a:ext>
            </a:extLst>
          </p:cNvPr>
          <p:cNvSpPr>
            <a:spLocks noGrp="1"/>
          </p:cNvSpPr>
          <p:nvPr>
            <p:ph type="body" sz="quarter" idx="10"/>
          </p:nvPr>
        </p:nvSpPr>
        <p:spPr>
          <a:xfrm>
            <a:off x="684212" y="5600700"/>
            <a:ext cx="10287000" cy="533400"/>
          </a:xfrm>
        </p:spPr>
        <p:txBody>
          <a:bodyPr anchor="t">
            <a:normAutofit/>
          </a:bodyPr>
          <a:lstStyle>
            <a:lvl1pPr marL="45720" indent="0" algn="l">
              <a:buNone/>
              <a:defRPr sz="2400"/>
            </a:lvl1pPr>
          </a:lstStyle>
          <a:p>
            <a:pPr lvl="0"/>
            <a:r>
              <a:rPr lang="en-US"/>
              <a:t>Click to edit Master text styles</a:t>
            </a:r>
          </a:p>
        </p:txBody>
      </p:sp>
      <p:sp>
        <p:nvSpPr>
          <p:cNvPr id="3" name="Cross 2">
            <a:extLst>
              <a:ext uri="{FF2B5EF4-FFF2-40B4-BE49-F238E27FC236}">
                <a16:creationId xmlns:a16="http://schemas.microsoft.com/office/drawing/2014/main" id="{29F0C076-A364-A8D3-F322-AC2A18341617}"/>
              </a:ext>
            </a:extLst>
          </p:cNvPr>
          <p:cNvSpPr/>
          <p:nvPr userDrawn="1"/>
        </p:nvSpPr>
        <p:spPr>
          <a:xfrm>
            <a:off x="10975566" y="4987103"/>
            <a:ext cx="685800" cy="685800"/>
          </a:xfrm>
          <a:prstGeom prst="plus">
            <a:avLst>
              <a:gd name="adj" fmla="val 39796"/>
            </a:avLst>
          </a:prstGeom>
          <a:gradFill>
            <a:gsLst>
              <a:gs pos="0">
                <a:schemeClr val="bg1">
                  <a:alpha val="0"/>
                </a:schemeClr>
              </a:gs>
              <a:gs pos="100000">
                <a:schemeClr val="bg1"/>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sp>
        <p:nvSpPr>
          <p:cNvPr id="4" name="Cross 3">
            <a:extLst>
              <a:ext uri="{FF2B5EF4-FFF2-40B4-BE49-F238E27FC236}">
                <a16:creationId xmlns:a16="http://schemas.microsoft.com/office/drawing/2014/main" id="{921F5FF9-DFA3-CF00-B31A-21C261392B15}"/>
              </a:ext>
            </a:extLst>
          </p:cNvPr>
          <p:cNvSpPr/>
          <p:nvPr userDrawn="1"/>
        </p:nvSpPr>
        <p:spPr>
          <a:xfrm>
            <a:off x="10118724" y="3581400"/>
            <a:ext cx="685800" cy="685800"/>
          </a:xfrm>
          <a:prstGeom prst="plus">
            <a:avLst>
              <a:gd name="adj" fmla="val 39796"/>
            </a:avLst>
          </a:prstGeom>
          <a:gradFill>
            <a:gsLst>
              <a:gs pos="0">
                <a:schemeClr val="bg1">
                  <a:alpha val="0"/>
                </a:schemeClr>
              </a:gs>
              <a:gs pos="100000">
                <a:schemeClr val="bg1"/>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spTree>
    <p:extLst>
      <p:ext uri="{BB962C8B-B14F-4D97-AF65-F5344CB8AC3E}">
        <p14:creationId xmlns:p14="http://schemas.microsoft.com/office/powerpoint/2010/main" val="8302412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67777CD-9A1F-DEEA-2595-9E892C952556}"/>
              </a:ext>
            </a:extLst>
          </p:cNvPr>
          <p:cNvSpPr/>
          <p:nvPr userDrawn="1"/>
        </p:nvSpPr>
        <p:spPr>
          <a:xfrm>
            <a:off x="-1" y="0"/>
            <a:ext cx="12188825" cy="6858000"/>
          </a:xfrm>
          <a:prstGeom prst="rect">
            <a:avLst/>
          </a:pr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sp>
        <p:nvSpPr>
          <p:cNvPr id="13" name="Freeform: Shape 12">
            <a:extLst>
              <a:ext uri="{FF2B5EF4-FFF2-40B4-BE49-F238E27FC236}">
                <a16:creationId xmlns:a16="http://schemas.microsoft.com/office/drawing/2014/main" id="{DF4D3028-A414-148B-F10C-466ED585BCD9}"/>
              </a:ext>
            </a:extLst>
          </p:cNvPr>
          <p:cNvSpPr/>
          <p:nvPr userDrawn="1"/>
        </p:nvSpPr>
        <p:spPr>
          <a:xfrm>
            <a:off x="-1" y="1586"/>
            <a:ext cx="3428208" cy="6856414"/>
          </a:xfrm>
          <a:custGeom>
            <a:avLst/>
            <a:gdLst>
              <a:gd name="connsiteX0" fmla="*/ 1 w 3428208"/>
              <a:gd name="connsiteY0" fmla="*/ 0 h 6856414"/>
              <a:gd name="connsiteX1" fmla="*/ 3428208 w 3428208"/>
              <a:gd name="connsiteY1" fmla="*/ 3428207 h 6856414"/>
              <a:gd name="connsiteX2" fmla="*/ 1 w 3428208"/>
              <a:gd name="connsiteY2" fmla="*/ 6856414 h 6856414"/>
              <a:gd name="connsiteX3" fmla="*/ 0 w 3428208"/>
              <a:gd name="connsiteY3" fmla="*/ 6856414 h 6856414"/>
              <a:gd name="connsiteX4" fmla="*/ 0 w 3428208"/>
              <a:gd name="connsiteY4" fmla="*/ 0 h 6856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28208" h="6856414">
                <a:moveTo>
                  <a:pt x="1" y="0"/>
                </a:moveTo>
                <a:cubicBezTo>
                  <a:pt x="1893347" y="0"/>
                  <a:pt x="3428208" y="1534861"/>
                  <a:pt x="3428208" y="3428207"/>
                </a:cubicBezTo>
                <a:cubicBezTo>
                  <a:pt x="3428208" y="5321553"/>
                  <a:pt x="1893347" y="6856414"/>
                  <a:pt x="1" y="6856414"/>
                </a:cubicBezTo>
                <a:lnTo>
                  <a:pt x="0" y="6856414"/>
                </a:lnTo>
                <a:lnTo>
                  <a:pt x="0" y="0"/>
                </a:lnTo>
                <a:close/>
              </a:path>
            </a:pathLst>
          </a:custGeom>
          <a:gradFill>
            <a:gsLst>
              <a:gs pos="0">
                <a:schemeClr val="bg1"/>
              </a:gs>
              <a:gs pos="100000">
                <a:schemeClr val="bg1">
                  <a:alpha val="0"/>
                </a:schemeClr>
              </a:gs>
            </a:gsLst>
          </a:gradFill>
          <a:ln>
            <a:noFill/>
          </a:ln>
        </p:spPr>
        <p:style>
          <a:lnRef idx="1">
            <a:schemeClr val="accent2"/>
          </a:lnRef>
          <a:fillRef idx="2">
            <a:schemeClr val="accent2"/>
          </a:fillRef>
          <a:effectRef idx="1">
            <a:schemeClr val="accent2"/>
          </a:effectRef>
          <a:fontRef idx="minor">
            <a:schemeClr val="dk1"/>
          </a:fontRef>
        </p:style>
        <p:txBody>
          <a:bodyPr wrap="square" rtlCol="0" anchor="ctr">
            <a:noAutofit/>
          </a:bodyPr>
          <a:lstStyle/>
          <a:p>
            <a:pPr algn="ctr"/>
            <a:endParaRPr lang="en-US" dirty="0"/>
          </a:p>
        </p:txBody>
      </p:sp>
      <p:sp>
        <p:nvSpPr>
          <p:cNvPr id="9" name="Title 1">
            <a:extLst>
              <a:ext uri="{FF2B5EF4-FFF2-40B4-BE49-F238E27FC236}">
                <a16:creationId xmlns:a16="http://schemas.microsoft.com/office/drawing/2014/main" id="{0EB111F7-2027-1E41-1C02-BA5AA37EA221}"/>
              </a:ext>
            </a:extLst>
          </p:cNvPr>
          <p:cNvSpPr>
            <a:spLocks noGrp="1"/>
          </p:cNvSpPr>
          <p:nvPr>
            <p:ph type="title"/>
          </p:nvPr>
        </p:nvSpPr>
        <p:spPr>
          <a:xfrm>
            <a:off x="989012" y="723900"/>
            <a:ext cx="4114800" cy="5295900"/>
          </a:xfrm>
        </p:spPr>
        <p:txBody>
          <a:bodyPr anchor="ctr">
            <a:normAutofit/>
          </a:bodyPr>
          <a:lstStyle>
            <a:lvl1pPr algn="r">
              <a:lnSpc>
                <a:spcPct val="100000"/>
              </a:lnSpc>
              <a:defRPr sz="4800" b="1" kern="1200" dirty="0">
                <a:solidFill>
                  <a:schemeClr val="tx1">
                    <a:lumMod val="85000"/>
                    <a:lumOff val="15000"/>
                  </a:schemeClr>
                </a:solidFill>
                <a:latin typeface="+mj-lt"/>
                <a:ea typeface="+mj-ea"/>
                <a:cs typeface="+mj-cs"/>
              </a:defRPr>
            </a:lvl1pPr>
          </a:lstStyle>
          <a:p>
            <a:r>
              <a:rPr lang="en-US"/>
              <a:t>Click to edit Master title style</a:t>
            </a:r>
            <a:endParaRPr dirty="0"/>
          </a:p>
        </p:txBody>
      </p:sp>
      <p:sp>
        <p:nvSpPr>
          <p:cNvPr id="3" name="Content Placeholder 2"/>
          <p:cNvSpPr>
            <a:spLocks noGrp="1"/>
          </p:cNvSpPr>
          <p:nvPr>
            <p:ph idx="1"/>
          </p:nvPr>
        </p:nvSpPr>
        <p:spPr>
          <a:xfrm>
            <a:off x="6932612" y="1981200"/>
            <a:ext cx="4114800" cy="2854781"/>
          </a:xfrm>
        </p:spPr>
        <p:txBody>
          <a:bodyPr anchor="ctr"/>
          <a:lstStyle>
            <a:lvl1pPr marL="45720" indent="0">
              <a:buNone/>
              <a:defRPr>
                <a:solidFill>
                  <a:schemeClr val="tx1">
                    <a:lumMod val="85000"/>
                    <a:lumOff val="15000"/>
                  </a:schemeClr>
                </a:solidFill>
              </a:defRPr>
            </a:lvl1pPr>
            <a:lvl2pPr marL="365760" indent="0">
              <a:buNone/>
              <a:defRPr>
                <a:solidFill>
                  <a:schemeClr val="tx1">
                    <a:lumMod val="85000"/>
                    <a:lumOff val="15000"/>
                  </a:schemeClr>
                </a:solidFill>
              </a:defRPr>
            </a:lvl2pPr>
            <a:lvl3pPr marL="594360" indent="0">
              <a:buNone/>
              <a:defRPr>
                <a:solidFill>
                  <a:schemeClr val="tx1">
                    <a:lumMod val="85000"/>
                    <a:lumOff val="15000"/>
                  </a:schemeClr>
                </a:solidFill>
              </a:defRPr>
            </a:lvl3pPr>
            <a:lvl4pPr marL="777240" indent="0">
              <a:buNone/>
              <a:defRPr>
                <a:solidFill>
                  <a:schemeClr val="tx1">
                    <a:lumMod val="85000"/>
                    <a:lumOff val="15000"/>
                  </a:schemeClr>
                </a:solidFill>
              </a:defRPr>
            </a:lvl4pPr>
            <a:lvl5pPr marL="960120" indent="0">
              <a:buNone/>
              <a:defRPr>
                <a:solidFill>
                  <a:schemeClr val="tx1">
                    <a:lumMod val="85000"/>
                    <a:lumOff val="1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14" name="Cross 13">
            <a:extLst>
              <a:ext uri="{FF2B5EF4-FFF2-40B4-BE49-F238E27FC236}">
                <a16:creationId xmlns:a16="http://schemas.microsoft.com/office/drawing/2014/main" id="{02A1E7CF-4DB4-D31C-D6AA-D368DA17CD5F}"/>
              </a:ext>
            </a:extLst>
          </p:cNvPr>
          <p:cNvSpPr/>
          <p:nvPr userDrawn="1"/>
        </p:nvSpPr>
        <p:spPr>
          <a:xfrm>
            <a:off x="4837509" y="914400"/>
            <a:ext cx="685800" cy="685800"/>
          </a:xfrm>
          <a:prstGeom prst="plus">
            <a:avLst>
              <a:gd name="adj" fmla="val 39796"/>
            </a:avLst>
          </a:prstGeom>
          <a:gradFill>
            <a:gsLst>
              <a:gs pos="0">
                <a:schemeClr val="bg1">
                  <a:alpha val="0"/>
                </a:schemeClr>
              </a:gs>
              <a:gs pos="100000">
                <a:schemeClr val="bg1"/>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sp>
        <p:nvSpPr>
          <p:cNvPr id="15" name="Cross 14">
            <a:extLst>
              <a:ext uri="{FF2B5EF4-FFF2-40B4-BE49-F238E27FC236}">
                <a16:creationId xmlns:a16="http://schemas.microsoft.com/office/drawing/2014/main" id="{E47E8503-C2AB-07F1-FD1F-A529E414E168}"/>
              </a:ext>
            </a:extLst>
          </p:cNvPr>
          <p:cNvSpPr/>
          <p:nvPr userDrawn="1"/>
        </p:nvSpPr>
        <p:spPr>
          <a:xfrm>
            <a:off x="3085307" y="5695950"/>
            <a:ext cx="685800" cy="685800"/>
          </a:xfrm>
          <a:prstGeom prst="plus">
            <a:avLst>
              <a:gd name="adj" fmla="val 39796"/>
            </a:avLst>
          </a:prstGeom>
          <a:gradFill>
            <a:gsLst>
              <a:gs pos="0">
                <a:schemeClr val="bg1">
                  <a:alpha val="0"/>
                </a:schemeClr>
              </a:gs>
              <a:gs pos="100000">
                <a:schemeClr val="bg1"/>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sp>
        <p:nvSpPr>
          <p:cNvPr id="2" name="Left Brace 1">
            <a:extLst>
              <a:ext uri="{FF2B5EF4-FFF2-40B4-BE49-F238E27FC236}">
                <a16:creationId xmlns:a16="http://schemas.microsoft.com/office/drawing/2014/main" id="{8020F553-E264-0059-F1EB-47039048DC67}"/>
              </a:ext>
            </a:extLst>
          </p:cNvPr>
          <p:cNvSpPr/>
          <p:nvPr userDrawn="1"/>
        </p:nvSpPr>
        <p:spPr>
          <a:xfrm>
            <a:off x="5561012" y="2022021"/>
            <a:ext cx="838200" cy="2813960"/>
          </a:xfrm>
          <a:prstGeom prst="leftBrace">
            <a:avLst>
              <a:gd name="adj1" fmla="val 34932"/>
              <a:gd name="adj2" fmla="val 50000"/>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Tree>
    <p:extLst>
      <p:ext uri="{BB962C8B-B14F-4D97-AF65-F5344CB8AC3E}">
        <p14:creationId xmlns:p14="http://schemas.microsoft.com/office/powerpoint/2010/main" val="1488984350"/>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ing with Phone image">
    <p:bg>
      <p:bgRef idx="1001">
        <a:schemeClr val="bg1"/>
      </p:bgRef>
    </p:bg>
    <p:spTree>
      <p:nvGrpSpPr>
        <p:cNvPr id="1" name=""/>
        <p:cNvGrpSpPr/>
        <p:nvPr/>
      </p:nvGrpSpPr>
      <p:grpSpPr>
        <a:xfrm>
          <a:off x="0" y="0"/>
          <a:ext cx="0" cy="0"/>
          <a:chOff x="0" y="0"/>
          <a:chExt cx="0" cy="0"/>
        </a:xfrm>
      </p:grpSpPr>
      <p:sp>
        <p:nvSpPr>
          <p:cNvPr id="7" name="Oval 6">
            <a:extLst>
              <a:ext uri="{FF2B5EF4-FFF2-40B4-BE49-F238E27FC236}">
                <a16:creationId xmlns:a16="http://schemas.microsoft.com/office/drawing/2014/main" id="{45C0889D-74A2-974C-BB02-FA1F7BE369E2}"/>
              </a:ext>
            </a:extLst>
          </p:cNvPr>
          <p:cNvSpPr/>
          <p:nvPr userDrawn="1"/>
        </p:nvSpPr>
        <p:spPr>
          <a:xfrm>
            <a:off x="6704012" y="1148418"/>
            <a:ext cx="4561165" cy="4561165"/>
          </a:xfrm>
          <a:prstGeom prst="ellipse">
            <a:avLst/>
          </a:pr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pic>
        <p:nvPicPr>
          <p:cNvPr id="8" name="Graphic 7">
            <a:extLst>
              <a:ext uri="{FF2B5EF4-FFF2-40B4-BE49-F238E27FC236}">
                <a16:creationId xmlns:a16="http://schemas.microsoft.com/office/drawing/2014/main" id="{2DAE856D-3749-4D3B-9F33-A46528589FE5}"/>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432079" y="598170"/>
            <a:ext cx="3096221" cy="5661660"/>
          </a:xfrm>
          <a:prstGeom prst="rect">
            <a:avLst/>
          </a:prstGeom>
        </p:spPr>
      </p:pic>
      <p:sp>
        <p:nvSpPr>
          <p:cNvPr id="9" name="Cross 8">
            <a:extLst>
              <a:ext uri="{FF2B5EF4-FFF2-40B4-BE49-F238E27FC236}">
                <a16:creationId xmlns:a16="http://schemas.microsoft.com/office/drawing/2014/main" id="{7A96460A-640C-6025-AAB5-344AB2A405D1}"/>
              </a:ext>
            </a:extLst>
          </p:cNvPr>
          <p:cNvSpPr/>
          <p:nvPr userDrawn="1"/>
        </p:nvSpPr>
        <p:spPr>
          <a:xfrm>
            <a:off x="10818812" y="5353077"/>
            <a:ext cx="685800" cy="685800"/>
          </a:xfrm>
          <a:prstGeom prst="plus">
            <a:avLst>
              <a:gd name="adj" fmla="val 39796"/>
            </a:avLst>
          </a:pr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lvl="0" algn="ctr"/>
            <a:endParaRPr lang="en-US" dirty="0"/>
          </a:p>
        </p:txBody>
      </p:sp>
      <p:sp>
        <p:nvSpPr>
          <p:cNvPr id="11" name="Cross 10">
            <a:extLst>
              <a:ext uri="{FF2B5EF4-FFF2-40B4-BE49-F238E27FC236}">
                <a16:creationId xmlns:a16="http://schemas.microsoft.com/office/drawing/2014/main" id="{471314FF-EA0B-8DDE-B558-885A876FB0D5}"/>
              </a:ext>
            </a:extLst>
          </p:cNvPr>
          <p:cNvSpPr/>
          <p:nvPr userDrawn="1"/>
        </p:nvSpPr>
        <p:spPr>
          <a:xfrm>
            <a:off x="6335910" y="805517"/>
            <a:ext cx="685800" cy="685800"/>
          </a:xfrm>
          <a:prstGeom prst="plus">
            <a:avLst>
              <a:gd name="adj" fmla="val 39796"/>
            </a:avLst>
          </a:pr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lvl="0" algn="ctr"/>
            <a:endParaRPr lang="en-US" dirty="0"/>
          </a:p>
        </p:txBody>
      </p:sp>
      <p:sp>
        <p:nvSpPr>
          <p:cNvPr id="2" name="Title 1">
            <a:extLst>
              <a:ext uri="{FF2B5EF4-FFF2-40B4-BE49-F238E27FC236}">
                <a16:creationId xmlns:a16="http://schemas.microsoft.com/office/drawing/2014/main" id="{E894761B-B29B-1C47-FAE9-6E0FA1543EC6}"/>
              </a:ext>
            </a:extLst>
          </p:cNvPr>
          <p:cNvSpPr>
            <a:spLocks noGrp="1"/>
          </p:cNvSpPr>
          <p:nvPr>
            <p:ph type="title"/>
          </p:nvPr>
        </p:nvSpPr>
        <p:spPr>
          <a:xfrm>
            <a:off x="608012" y="685800"/>
            <a:ext cx="6372818" cy="4038600"/>
          </a:xfrm>
        </p:spPr>
        <p:txBody>
          <a:bodyPr anchor="b">
            <a:normAutofit/>
          </a:bodyPr>
          <a:lstStyle>
            <a:lvl1pPr marL="0" indent="0" algn="l">
              <a:lnSpc>
                <a:spcPct val="100000"/>
              </a:lnSpc>
              <a:defRPr sz="4800"/>
            </a:lvl1pPr>
          </a:lstStyle>
          <a:p>
            <a:r>
              <a:rPr lang="en-US"/>
              <a:t>Click to edit Master title style</a:t>
            </a:r>
            <a:endParaRPr dirty="0"/>
          </a:p>
        </p:txBody>
      </p:sp>
      <p:sp>
        <p:nvSpPr>
          <p:cNvPr id="5" name="Text Placeholder 9">
            <a:extLst>
              <a:ext uri="{FF2B5EF4-FFF2-40B4-BE49-F238E27FC236}">
                <a16:creationId xmlns:a16="http://schemas.microsoft.com/office/drawing/2014/main" id="{EEFF6782-6ABD-DEB0-6FD1-1263A5469A24}"/>
              </a:ext>
            </a:extLst>
          </p:cNvPr>
          <p:cNvSpPr>
            <a:spLocks noGrp="1"/>
          </p:cNvSpPr>
          <p:nvPr>
            <p:ph type="body" sz="quarter" idx="10"/>
          </p:nvPr>
        </p:nvSpPr>
        <p:spPr>
          <a:xfrm>
            <a:off x="608012" y="4876800"/>
            <a:ext cx="6372817" cy="1104898"/>
          </a:xfrm>
        </p:spPr>
        <p:txBody>
          <a:bodyPr anchor="t">
            <a:normAutofit/>
          </a:bodyPr>
          <a:lstStyle>
            <a:lvl1pPr marL="45720" indent="0" algn="l">
              <a:buNone/>
              <a:defRPr sz="2000"/>
            </a:lvl1pPr>
          </a:lstStyle>
          <a:p>
            <a:pPr lvl="0"/>
            <a:r>
              <a:rPr lang="en-US"/>
              <a:t>Click to edit Master text styles</a:t>
            </a:r>
          </a:p>
        </p:txBody>
      </p:sp>
      <p:sp>
        <p:nvSpPr>
          <p:cNvPr id="16" name="Picture Placeholder 15">
            <a:extLst>
              <a:ext uri="{FF2B5EF4-FFF2-40B4-BE49-F238E27FC236}">
                <a16:creationId xmlns:a16="http://schemas.microsoft.com/office/drawing/2014/main" id="{5BA3F629-2405-DC90-C212-6F3D52B95D9B}"/>
              </a:ext>
            </a:extLst>
          </p:cNvPr>
          <p:cNvSpPr>
            <a:spLocks noGrp="1"/>
          </p:cNvSpPr>
          <p:nvPr>
            <p:ph type="pic" sz="quarter" idx="15"/>
          </p:nvPr>
        </p:nvSpPr>
        <p:spPr>
          <a:xfrm>
            <a:off x="7765046" y="883471"/>
            <a:ext cx="2439096" cy="5091059"/>
          </a:xfrm>
          <a:custGeom>
            <a:avLst/>
            <a:gdLst>
              <a:gd name="connsiteX0" fmla="*/ 340815 w 2439096"/>
              <a:gd name="connsiteY0" fmla="*/ 0 h 5091059"/>
              <a:gd name="connsiteX1" fmla="*/ 2098281 w 2439096"/>
              <a:gd name="connsiteY1" fmla="*/ 0 h 5091059"/>
              <a:gd name="connsiteX2" fmla="*/ 2439096 w 2439096"/>
              <a:gd name="connsiteY2" fmla="*/ 340815 h 5091059"/>
              <a:gd name="connsiteX3" fmla="*/ 2439096 w 2439096"/>
              <a:gd name="connsiteY3" fmla="*/ 495300 h 5091059"/>
              <a:gd name="connsiteX4" fmla="*/ 2439096 w 2439096"/>
              <a:gd name="connsiteY4" fmla="*/ 4750244 h 5091059"/>
              <a:gd name="connsiteX5" fmla="*/ 2098281 w 2439096"/>
              <a:gd name="connsiteY5" fmla="*/ 5091059 h 5091059"/>
              <a:gd name="connsiteX6" fmla="*/ 340815 w 2439096"/>
              <a:gd name="connsiteY6" fmla="*/ 5091059 h 5091059"/>
              <a:gd name="connsiteX7" fmla="*/ 0 w 2439096"/>
              <a:gd name="connsiteY7" fmla="*/ 4750244 h 5091059"/>
              <a:gd name="connsiteX8" fmla="*/ 0 w 2439096"/>
              <a:gd name="connsiteY8" fmla="*/ 495300 h 5091059"/>
              <a:gd name="connsiteX9" fmla="*/ 0 w 2439096"/>
              <a:gd name="connsiteY9" fmla="*/ 340815 h 5091059"/>
              <a:gd name="connsiteX10" fmla="*/ 340815 w 2439096"/>
              <a:gd name="connsiteY10" fmla="*/ 0 h 5091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39096" h="5091059">
                <a:moveTo>
                  <a:pt x="340815" y="0"/>
                </a:moveTo>
                <a:lnTo>
                  <a:pt x="2098281" y="0"/>
                </a:lnTo>
                <a:cubicBezTo>
                  <a:pt x="2286508" y="0"/>
                  <a:pt x="2439096" y="152588"/>
                  <a:pt x="2439096" y="340815"/>
                </a:cubicBezTo>
                <a:lnTo>
                  <a:pt x="2439096" y="495300"/>
                </a:lnTo>
                <a:lnTo>
                  <a:pt x="2439096" y="4750244"/>
                </a:lnTo>
                <a:cubicBezTo>
                  <a:pt x="2439096" y="4938471"/>
                  <a:pt x="2286508" y="5091059"/>
                  <a:pt x="2098281" y="5091059"/>
                </a:cubicBezTo>
                <a:lnTo>
                  <a:pt x="340815" y="5091059"/>
                </a:lnTo>
                <a:cubicBezTo>
                  <a:pt x="152588" y="5091059"/>
                  <a:pt x="0" y="4938471"/>
                  <a:pt x="0" y="4750244"/>
                </a:cubicBezTo>
                <a:lnTo>
                  <a:pt x="0" y="495300"/>
                </a:lnTo>
                <a:lnTo>
                  <a:pt x="0" y="340815"/>
                </a:lnTo>
                <a:cubicBezTo>
                  <a:pt x="0" y="152588"/>
                  <a:pt x="152588" y="0"/>
                  <a:pt x="340815" y="0"/>
                </a:cubicBezTo>
                <a:close/>
              </a:path>
            </a:pathLst>
          </a:custGeom>
        </p:spPr>
        <p:txBody>
          <a:bodyPr wrap="square">
            <a:noAutofit/>
          </a:bodyPr>
          <a:lstStyle>
            <a:lvl1pPr marL="45720" indent="0">
              <a:buNone/>
              <a:defRPr>
                <a:solidFill>
                  <a:schemeClr val="bg1"/>
                </a:solidFill>
              </a:defRPr>
            </a:lvl1pPr>
          </a:lstStyle>
          <a:p>
            <a:r>
              <a:rPr lang="en-US"/>
              <a:t>Click icon to add picture</a:t>
            </a:r>
            <a:endParaRPr lang="en-US" dirty="0"/>
          </a:p>
        </p:txBody>
      </p:sp>
    </p:spTree>
    <p:extLst>
      <p:ext uri="{BB962C8B-B14F-4D97-AF65-F5344CB8AC3E}">
        <p14:creationId xmlns:p14="http://schemas.microsoft.com/office/powerpoint/2010/main" val="1850473738"/>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 Subtitle ">
    <p:spTree>
      <p:nvGrpSpPr>
        <p:cNvPr id="1" name=""/>
        <p:cNvGrpSpPr/>
        <p:nvPr/>
      </p:nvGrpSpPr>
      <p:grpSpPr>
        <a:xfrm>
          <a:off x="0" y="0"/>
          <a:ext cx="0" cy="0"/>
          <a:chOff x="0" y="0"/>
          <a:chExt cx="0" cy="0"/>
        </a:xfrm>
      </p:grpSpPr>
      <p:sp>
        <p:nvSpPr>
          <p:cNvPr id="5" name="Oval 4">
            <a:extLst>
              <a:ext uri="{FF2B5EF4-FFF2-40B4-BE49-F238E27FC236}">
                <a16:creationId xmlns:a16="http://schemas.microsoft.com/office/drawing/2014/main" id="{1C3968AF-EB74-3889-A3BA-E759CFD47B12}"/>
              </a:ext>
            </a:extLst>
          </p:cNvPr>
          <p:cNvSpPr/>
          <p:nvPr userDrawn="1"/>
        </p:nvSpPr>
        <p:spPr>
          <a:xfrm>
            <a:off x="3275012" y="609600"/>
            <a:ext cx="5638800" cy="5638800"/>
          </a:xfrm>
          <a:prstGeom prst="ellipse">
            <a:avLst/>
          </a:pr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sp>
        <p:nvSpPr>
          <p:cNvPr id="8" name="Left Brace 7">
            <a:extLst>
              <a:ext uri="{FF2B5EF4-FFF2-40B4-BE49-F238E27FC236}">
                <a16:creationId xmlns:a16="http://schemas.microsoft.com/office/drawing/2014/main" id="{6A409372-199C-2F3B-65CD-ADC2E45B43B7}"/>
              </a:ext>
            </a:extLst>
          </p:cNvPr>
          <p:cNvSpPr/>
          <p:nvPr userDrawn="1"/>
        </p:nvSpPr>
        <p:spPr>
          <a:xfrm>
            <a:off x="5561012" y="2022021"/>
            <a:ext cx="838200" cy="2813960"/>
          </a:xfrm>
          <a:prstGeom prst="leftBrace">
            <a:avLst>
              <a:gd name="adj1" fmla="val 34932"/>
              <a:gd name="adj2" fmla="val 50000"/>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2" name="Title 1">
            <a:extLst>
              <a:ext uri="{FF2B5EF4-FFF2-40B4-BE49-F238E27FC236}">
                <a16:creationId xmlns:a16="http://schemas.microsoft.com/office/drawing/2014/main" id="{266838CB-A9BC-715A-18FE-06CCE4A9CAFC}"/>
              </a:ext>
            </a:extLst>
          </p:cNvPr>
          <p:cNvSpPr>
            <a:spLocks noGrp="1"/>
          </p:cNvSpPr>
          <p:nvPr>
            <p:ph type="title"/>
          </p:nvPr>
        </p:nvSpPr>
        <p:spPr>
          <a:xfrm>
            <a:off x="531812" y="495300"/>
            <a:ext cx="4572000" cy="5867400"/>
          </a:xfrm>
        </p:spPr>
        <p:txBody>
          <a:bodyPr anchor="ctr">
            <a:normAutofit/>
          </a:bodyPr>
          <a:lstStyle>
            <a:lvl1pPr marL="0" indent="0" algn="r">
              <a:lnSpc>
                <a:spcPct val="110000"/>
              </a:lnSpc>
              <a:defRPr sz="4800"/>
            </a:lvl1pPr>
          </a:lstStyle>
          <a:p>
            <a:r>
              <a:rPr lang="en-US"/>
              <a:t>Click to edit Master title style</a:t>
            </a:r>
            <a:endParaRPr dirty="0"/>
          </a:p>
        </p:txBody>
      </p:sp>
      <p:sp>
        <p:nvSpPr>
          <p:cNvPr id="3" name="Text Placeholder 10">
            <a:extLst>
              <a:ext uri="{FF2B5EF4-FFF2-40B4-BE49-F238E27FC236}">
                <a16:creationId xmlns:a16="http://schemas.microsoft.com/office/drawing/2014/main" id="{454B8043-D1DD-E2EA-772B-D8D38CD37D14}"/>
              </a:ext>
            </a:extLst>
          </p:cNvPr>
          <p:cNvSpPr>
            <a:spLocks noGrp="1"/>
          </p:cNvSpPr>
          <p:nvPr>
            <p:ph type="body" sz="quarter" idx="14"/>
          </p:nvPr>
        </p:nvSpPr>
        <p:spPr>
          <a:xfrm>
            <a:off x="6768305" y="2022021"/>
            <a:ext cx="4443413" cy="2813960"/>
          </a:xfrm>
        </p:spPr>
        <p:txBody>
          <a:bodyPr anchor="ctr">
            <a:normAutofit/>
          </a:bodyPr>
          <a:lstStyle>
            <a:lvl1pPr marL="45720" indent="0" algn="l" defTabSz="914400" rtl="0" eaLnBrk="1" latinLnBrk="0" hangingPunct="1">
              <a:lnSpc>
                <a:spcPct val="110000"/>
              </a:lnSpc>
              <a:spcBef>
                <a:spcPts val="1800"/>
              </a:spcBef>
              <a:buClr>
                <a:schemeClr val="tx1">
                  <a:lumMod val="65000"/>
                  <a:lumOff val="35000"/>
                </a:schemeClr>
              </a:buClr>
              <a:buSzPct val="80000"/>
              <a:buFont typeface="Arial" pitchFamily="34" charset="0"/>
              <a:buNone/>
              <a:defRPr lang="en-US" sz="2000" kern="1200" spc="30" dirty="0" smtClean="0">
                <a:solidFill>
                  <a:schemeClr val="tx1">
                    <a:lumMod val="85000"/>
                    <a:lumOff val="15000"/>
                  </a:schemeClr>
                </a:solidFill>
                <a:latin typeface="+mn-lt"/>
                <a:ea typeface="+mn-ea"/>
                <a:cs typeface="+mn-cs"/>
              </a:defRPr>
            </a:lvl1pPr>
            <a:lvl2pPr marL="274320" indent="-228600" algn="l" defTabSz="914400" rtl="0" eaLnBrk="1" latinLnBrk="0" hangingPunct="1">
              <a:lnSpc>
                <a:spcPct val="110000"/>
              </a:lnSpc>
              <a:spcBef>
                <a:spcPts val="1800"/>
              </a:spcBef>
              <a:buClr>
                <a:schemeClr val="tx1">
                  <a:lumMod val="65000"/>
                  <a:lumOff val="35000"/>
                </a:schemeClr>
              </a:buClr>
              <a:buSzPct val="80000"/>
              <a:buFont typeface="Arial" panose="020B0604020202020204" pitchFamily="34" charset="0"/>
              <a:buChar char="•"/>
              <a:defRPr lang="en-US" sz="2000" kern="1200" spc="30" dirty="0" smtClean="0">
                <a:solidFill>
                  <a:schemeClr val="tx1">
                    <a:lumMod val="85000"/>
                    <a:lumOff val="15000"/>
                  </a:schemeClr>
                </a:solidFill>
                <a:latin typeface="+mn-lt"/>
                <a:ea typeface="+mn-ea"/>
                <a:cs typeface="+mn-cs"/>
              </a:defRPr>
            </a:lvl2pPr>
            <a:lvl3pPr marL="594360" indent="-228600" algn="l" defTabSz="914400" rtl="0" eaLnBrk="1" latinLnBrk="0" hangingPunct="1">
              <a:lnSpc>
                <a:spcPct val="110000"/>
              </a:lnSpc>
              <a:spcBef>
                <a:spcPts val="1800"/>
              </a:spcBef>
              <a:buClr>
                <a:schemeClr val="tx1">
                  <a:lumMod val="65000"/>
                  <a:lumOff val="35000"/>
                </a:schemeClr>
              </a:buClr>
              <a:buSzPct val="80000"/>
              <a:buFont typeface="Arial" panose="020B0604020202020204" pitchFamily="34" charset="0"/>
              <a:buChar char="•"/>
              <a:defRPr lang="en-US" sz="2000" kern="1200" spc="30" dirty="0" smtClean="0">
                <a:solidFill>
                  <a:schemeClr val="tx1">
                    <a:lumMod val="85000"/>
                    <a:lumOff val="15000"/>
                  </a:schemeClr>
                </a:solidFill>
                <a:latin typeface="+mn-lt"/>
                <a:ea typeface="+mn-ea"/>
                <a:cs typeface="+mn-cs"/>
              </a:defRPr>
            </a:lvl3pPr>
            <a:lvl4pPr marL="777240" indent="-228600" algn="l" defTabSz="914400" rtl="0" eaLnBrk="1" latinLnBrk="0" hangingPunct="1">
              <a:lnSpc>
                <a:spcPct val="110000"/>
              </a:lnSpc>
              <a:spcBef>
                <a:spcPts val="1800"/>
              </a:spcBef>
              <a:buClr>
                <a:schemeClr val="tx1">
                  <a:lumMod val="65000"/>
                  <a:lumOff val="35000"/>
                </a:schemeClr>
              </a:buClr>
              <a:buSzPct val="80000"/>
              <a:buFont typeface="Arial" panose="020B0604020202020204" pitchFamily="34" charset="0"/>
              <a:buChar char="•"/>
              <a:defRPr lang="en-US" sz="2000" kern="1200" spc="30" dirty="0" smtClean="0">
                <a:solidFill>
                  <a:schemeClr val="tx1">
                    <a:lumMod val="85000"/>
                    <a:lumOff val="15000"/>
                  </a:schemeClr>
                </a:solidFill>
                <a:latin typeface="+mn-lt"/>
                <a:ea typeface="+mn-ea"/>
                <a:cs typeface="+mn-cs"/>
              </a:defRPr>
            </a:lvl4pPr>
            <a:lvl5pPr marL="960120" indent="-228600" algn="l" defTabSz="914400" rtl="0" eaLnBrk="1" latinLnBrk="0" hangingPunct="1">
              <a:lnSpc>
                <a:spcPct val="110000"/>
              </a:lnSpc>
              <a:spcBef>
                <a:spcPts val="1800"/>
              </a:spcBef>
              <a:buClr>
                <a:schemeClr val="tx1">
                  <a:lumMod val="65000"/>
                  <a:lumOff val="35000"/>
                </a:schemeClr>
              </a:buClr>
              <a:buSzPct val="80000"/>
              <a:buFont typeface="Arial" panose="020B0604020202020204" pitchFamily="34" charset="0"/>
              <a:buChar char="•"/>
              <a:defRPr lang="en-US" sz="2000" kern="1200" spc="30" dirty="0">
                <a:solidFill>
                  <a:schemeClr val="tx1">
                    <a:lumMod val="85000"/>
                    <a:lumOff val="15000"/>
                  </a:schemeClr>
                </a:solidFill>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4324224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F4264E2-719A-1CB0-CD0C-B90AD51C2384}"/>
              </a:ext>
            </a:extLst>
          </p:cNvPr>
          <p:cNvSpPr/>
          <p:nvPr userDrawn="1"/>
        </p:nvSpPr>
        <p:spPr>
          <a:xfrm>
            <a:off x="0" y="0"/>
            <a:ext cx="760412" cy="6858000"/>
          </a:xfrm>
          <a:prstGeom prst="rect">
            <a:avLst/>
          </a:prstGeom>
          <a:solidFill>
            <a:schemeClr val="bg1"/>
          </a:solidFill>
          <a:ln>
            <a:noFill/>
          </a:ln>
          <a:effectLst>
            <a:outerShdw blurRad="127000" sx="102000" sy="102000" algn="ctr" rotWithShape="0">
              <a:prstClr val="black">
                <a:alpha val="10000"/>
              </a:prstClr>
            </a:outerShdw>
          </a:effectLst>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sp>
        <p:nvSpPr>
          <p:cNvPr id="9" name="Cross 8">
            <a:extLst>
              <a:ext uri="{FF2B5EF4-FFF2-40B4-BE49-F238E27FC236}">
                <a16:creationId xmlns:a16="http://schemas.microsoft.com/office/drawing/2014/main" id="{7A96460A-640C-6025-AAB5-344AB2A405D1}"/>
              </a:ext>
            </a:extLst>
          </p:cNvPr>
          <p:cNvSpPr/>
          <p:nvPr userDrawn="1"/>
        </p:nvSpPr>
        <p:spPr>
          <a:xfrm>
            <a:off x="8151812" y="5670550"/>
            <a:ext cx="685800" cy="685800"/>
          </a:xfrm>
          <a:prstGeom prst="plus">
            <a:avLst>
              <a:gd name="adj" fmla="val 39796"/>
            </a:avLst>
          </a:pr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lvl="0" algn="ctr"/>
            <a:endParaRPr lang="en-US" dirty="0"/>
          </a:p>
        </p:txBody>
      </p:sp>
      <p:sp>
        <p:nvSpPr>
          <p:cNvPr id="13" name="Title 1">
            <a:extLst>
              <a:ext uri="{FF2B5EF4-FFF2-40B4-BE49-F238E27FC236}">
                <a16:creationId xmlns:a16="http://schemas.microsoft.com/office/drawing/2014/main" id="{FC60D2C4-E19C-088F-24AA-92F4628799CB}"/>
              </a:ext>
            </a:extLst>
          </p:cNvPr>
          <p:cNvSpPr>
            <a:spLocks noGrp="1"/>
          </p:cNvSpPr>
          <p:nvPr>
            <p:ph type="title"/>
          </p:nvPr>
        </p:nvSpPr>
        <p:spPr>
          <a:xfrm>
            <a:off x="1293812" y="609600"/>
            <a:ext cx="4914900" cy="1447800"/>
          </a:xfrm>
        </p:spPr>
        <p:txBody>
          <a:bodyPr anchor="t">
            <a:normAutofit/>
          </a:bodyPr>
          <a:lstStyle>
            <a:lvl1pPr>
              <a:defRPr sz="3200" b="1" kern="1200" dirty="0">
                <a:solidFill>
                  <a:schemeClr val="tx1">
                    <a:lumMod val="85000"/>
                    <a:lumOff val="15000"/>
                  </a:schemeClr>
                </a:solidFill>
                <a:latin typeface="+mj-lt"/>
                <a:ea typeface="+mj-ea"/>
                <a:cs typeface="+mj-cs"/>
              </a:defRPr>
            </a:lvl1pPr>
          </a:lstStyle>
          <a:p>
            <a:r>
              <a:rPr lang="en-US"/>
              <a:t>Click to edit Master title style</a:t>
            </a:r>
            <a:endParaRPr dirty="0"/>
          </a:p>
        </p:txBody>
      </p:sp>
      <p:sp>
        <p:nvSpPr>
          <p:cNvPr id="10" name="Slide Number Placeholder 5">
            <a:extLst>
              <a:ext uri="{FF2B5EF4-FFF2-40B4-BE49-F238E27FC236}">
                <a16:creationId xmlns:a16="http://schemas.microsoft.com/office/drawing/2014/main" id="{908F9375-0CED-7A7E-FAD2-5469CE00A66C}"/>
              </a:ext>
            </a:extLst>
          </p:cNvPr>
          <p:cNvSpPr>
            <a:spLocks noGrp="1"/>
          </p:cNvSpPr>
          <p:nvPr>
            <p:ph type="sldNum" sz="quarter" idx="12"/>
          </p:nvPr>
        </p:nvSpPr>
        <p:spPr>
          <a:xfrm>
            <a:off x="1" y="609600"/>
            <a:ext cx="760412" cy="381000"/>
          </a:xfrm>
        </p:spPr>
        <p:txBody>
          <a:bodyPr/>
          <a:lstStyle>
            <a:lvl1pPr algn="ctr">
              <a:defRPr sz="2400" b="1"/>
            </a:lvl1pPr>
          </a:lstStyle>
          <a:p>
            <a:fld id="{AAEAE4A8-A6E5-453E-B946-FB774B73F48C}" type="slidenum">
              <a:rPr lang="en-US" smtClean="0"/>
              <a:pPr/>
              <a:t>‹#›</a:t>
            </a:fld>
            <a:endParaRPr lang="en-US" dirty="0"/>
          </a:p>
        </p:txBody>
      </p:sp>
      <p:sp>
        <p:nvSpPr>
          <p:cNvPr id="43" name="Footer Placeholder 4">
            <a:extLst>
              <a:ext uri="{FF2B5EF4-FFF2-40B4-BE49-F238E27FC236}">
                <a16:creationId xmlns:a16="http://schemas.microsoft.com/office/drawing/2014/main" id="{C1791A8D-D5A1-DB56-D6C5-A82DB0F26732}"/>
              </a:ext>
            </a:extLst>
          </p:cNvPr>
          <p:cNvSpPr>
            <a:spLocks noGrp="1"/>
          </p:cNvSpPr>
          <p:nvPr>
            <p:ph type="ftr" sz="quarter" idx="3"/>
          </p:nvPr>
        </p:nvSpPr>
        <p:spPr>
          <a:xfrm rot="16200000">
            <a:off x="-1829595" y="2591593"/>
            <a:ext cx="4419600" cy="760414"/>
          </a:xfrm>
          <a:prstGeom prst="rect">
            <a:avLst/>
          </a:prstGeom>
        </p:spPr>
        <p:txBody>
          <a:bodyPr vert="horz" lIns="91440" tIns="45720" rIns="91440" bIns="45720" rtlCol="0" anchor="ctr"/>
          <a:lstStyle>
            <a:lvl1pPr algn="ctr">
              <a:defRPr lang="en-US" sz="1400" b="0" kern="1200" spc="100" baseline="0" dirty="0">
                <a:solidFill>
                  <a:schemeClr val="tx1"/>
                </a:solidFill>
                <a:latin typeface="+mn-lt"/>
                <a:ea typeface="+mn-ea"/>
                <a:cs typeface="+mn-cs"/>
              </a:defRPr>
            </a:lvl1pPr>
          </a:lstStyle>
          <a:p>
            <a:endParaRPr lang="en-US" dirty="0"/>
          </a:p>
        </p:txBody>
      </p:sp>
      <p:sp>
        <p:nvSpPr>
          <p:cNvPr id="14" name="Date Placeholder 3">
            <a:extLst>
              <a:ext uri="{FF2B5EF4-FFF2-40B4-BE49-F238E27FC236}">
                <a16:creationId xmlns:a16="http://schemas.microsoft.com/office/drawing/2014/main" id="{BE9D901E-58D4-3C47-262B-EA276B7F1D60}"/>
              </a:ext>
            </a:extLst>
          </p:cNvPr>
          <p:cNvSpPr>
            <a:spLocks noGrp="1"/>
          </p:cNvSpPr>
          <p:nvPr>
            <p:ph type="dt" sz="half" idx="2"/>
          </p:nvPr>
        </p:nvSpPr>
        <p:spPr>
          <a:xfrm rot="16200000">
            <a:off x="-229393" y="5258593"/>
            <a:ext cx="1219200" cy="760414"/>
          </a:xfrm>
          <a:prstGeom prst="rect">
            <a:avLst/>
          </a:prstGeom>
        </p:spPr>
        <p:txBody>
          <a:bodyPr vert="horz" lIns="91440" tIns="45720" rIns="91440" bIns="45720" rtlCol="0" anchor="ctr"/>
          <a:lstStyle>
            <a:lvl1pPr algn="l">
              <a:defRPr sz="1400" b="0" spc="100" baseline="0">
                <a:solidFill>
                  <a:schemeClr val="tx1"/>
                </a:solidFill>
              </a:defRPr>
            </a:lvl1pPr>
          </a:lstStyle>
          <a:p>
            <a:endParaRPr lang="en-US" dirty="0"/>
          </a:p>
        </p:txBody>
      </p:sp>
      <p:sp>
        <p:nvSpPr>
          <p:cNvPr id="3" name="Content Placeholder 2"/>
          <p:cNvSpPr>
            <a:spLocks noGrp="1"/>
          </p:cNvSpPr>
          <p:nvPr>
            <p:ph idx="1"/>
          </p:nvPr>
        </p:nvSpPr>
        <p:spPr>
          <a:xfrm>
            <a:off x="1311274" y="2286000"/>
            <a:ext cx="4572000" cy="4267200"/>
          </a:xfrm>
        </p:spPr>
        <p:txBody>
          <a:bodyPr>
            <a:normAutofit/>
          </a:bodyPr>
          <a:lstStyle>
            <a:lvl1pPr marL="45720" indent="0">
              <a:lnSpc>
                <a:spcPct val="110000"/>
              </a:lnSpc>
              <a:buNone/>
              <a:defRPr lang="en-US" sz="1800" kern="1200" dirty="0">
                <a:solidFill>
                  <a:schemeClr val="tx1">
                    <a:lumMod val="85000"/>
                    <a:lumOff val="15000"/>
                  </a:schemeClr>
                </a:solidFill>
                <a:latin typeface="+mn-lt"/>
                <a:ea typeface="+mn-lt"/>
                <a:cs typeface="+mn-lt"/>
              </a:defRPr>
            </a:lvl1pPr>
            <a:lvl2pPr marL="365760" indent="0">
              <a:lnSpc>
                <a:spcPct val="110000"/>
              </a:lnSpc>
              <a:buFont typeface="Arial" panose="020B0604020202020204" pitchFamily="34" charset="0"/>
              <a:buNone/>
              <a:defRPr lang="en-US" sz="1800" kern="1200" dirty="0">
                <a:solidFill>
                  <a:schemeClr val="tx1">
                    <a:lumMod val="85000"/>
                    <a:lumOff val="15000"/>
                  </a:schemeClr>
                </a:solidFill>
                <a:latin typeface="+mn-lt"/>
                <a:ea typeface="+mn-lt"/>
                <a:cs typeface="+mn-lt"/>
              </a:defRPr>
            </a:lvl2pPr>
            <a:lvl3pPr marL="594360" indent="0">
              <a:lnSpc>
                <a:spcPct val="110000"/>
              </a:lnSpc>
              <a:buNone/>
              <a:defRPr lang="en-US" sz="1800" kern="1200" dirty="0">
                <a:solidFill>
                  <a:schemeClr val="tx1">
                    <a:lumMod val="85000"/>
                    <a:lumOff val="15000"/>
                  </a:schemeClr>
                </a:solidFill>
                <a:latin typeface="+mn-lt"/>
                <a:ea typeface="+mn-lt"/>
                <a:cs typeface="+mn-lt"/>
              </a:defRPr>
            </a:lvl3pPr>
            <a:lvl4pPr marL="777240" indent="0">
              <a:lnSpc>
                <a:spcPct val="110000"/>
              </a:lnSpc>
              <a:buNone/>
              <a:defRPr lang="en-US" sz="1800" kern="1200" dirty="0">
                <a:solidFill>
                  <a:schemeClr val="tx1">
                    <a:lumMod val="85000"/>
                    <a:lumOff val="15000"/>
                  </a:schemeClr>
                </a:solidFill>
                <a:latin typeface="+mn-lt"/>
                <a:ea typeface="+mn-lt"/>
                <a:cs typeface="+mn-lt"/>
              </a:defRPr>
            </a:lvl4pPr>
            <a:lvl5pPr marL="960120" indent="0">
              <a:lnSpc>
                <a:spcPct val="110000"/>
              </a:lnSpc>
              <a:buNone/>
              <a:defRPr sz="1800" kern="1200" dirty="0">
                <a:solidFill>
                  <a:schemeClr val="tx1">
                    <a:lumMod val="85000"/>
                    <a:lumOff val="15000"/>
                  </a:schemeClr>
                </a:solidFill>
                <a:latin typeface="+mn-lt"/>
                <a:ea typeface="+mn-lt"/>
                <a:cs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15" name="Cross 14">
            <a:extLst>
              <a:ext uri="{FF2B5EF4-FFF2-40B4-BE49-F238E27FC236}">
                <a16:creationId xmlns:a16="http://schemas.microsoft.com/office/drawing/2014/main" id="{86C1A7B9-E319-130B-0CC8-DCB01B51A087}"/>
              </a:ext>
            </a:extLst>
          </p:cNvPr>
          <p:cNvSpPr/>
          <p:nvPr userDrawn="1"/>
        </p:nvSpPr>
        <p:spPr>
          <a:xfrm>
            <a:off x="7351712" y="4419600"/>
            <a:ext cx="685800" cy="685800"/>
          </a:xfrm>
          <a:prstGeom prst="plus">
            <a:avLst>
              <a:gd name="adj" fmla="val 39796"/>
            </a:avLst>
          </a:pr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lvl="0" algn="ctr"/>
            <a:endParaRPr lang="en-US" dirty="0"/>
          </a:p>
        </p:txBody>
      </p:sp>
      <p:sp>
        <p:nvSpPr>
          <p:cNvPr id="5" name="Freeform: Shape 4">
            <a:extLst>
              <a:ext uri="{FF2B5EF4-FFF2-40B4-BE49-F238E27FC236}">
                <a16:creationId xmlns:a16="http://schemas.microsoft.com/office/drawing/2014/main" id="{20652475-9C37-D778-F6B2-DE9F50F8571A}"/>
              </a:ext>
            </a:extLst>
          </p:cNvPr>
          <p:cNvSpPr/>
          <p:nvPr userDrawn="1"/>
        </p:nvSpPr>
        <p:spPr>
          <a:xfrm>
            <a:off x="8609012" y="-21999"/>
            <a:ext cx="3579812" cy="6901998"/>
          </a:xfrm>
          <a:custGeom>
            <a:avLst/>
            <a:gdLst>
              <a:gd name="connsiteX0" fmla="*/ 3450999 w 3579812"/>
              <a:gd name="connsiteY0" fmla="*/ 0 h 6901998"/>
              <a:gd name="connsiteX1" fmla="*/ 3579812 w 3579812"/>
              <a:gd name="connsiteY1" fmla="*/ 3257 h 6901998"/>
              <a:gd name="connsiteX2" fmla="*/ 3579812 w 3579812"/>
              <a:gd name="connsiteY2" fmla="*/ 6898741 h 6901998"/>
              <a:gd name="connsiteX3" fmla="*/ 3450999 w 3579812"/>
              <a:gd name="connsiteY3" fmla="*/ 6901998 h 6901998"/>
              <a:gd name="connsiteX4" fmla="*/ 0 w 3579812"/>
              <a:gd name="connsiteY4" fmla="*/ 3450999 h 6901998"/>
              <a:gd name="connsiteX5" fmla="*/ 3450999 w 3579812"/>
              <a:gd name="connsiteY5" fmla="*/ 0 h 6901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79812" h="6901998">
                <a:moveTo>
                  <a:pt x="3450999" y="0"/>
                </a:moveTo>
                <a:lnTo>
                  <a:pt x="3579812" y="3257"/>
                </a:lnTo>
                <a:lnTo>
                  <a:pt x="3579812" y="6898741"/>
                </a:lnTo>
                <a:lnTo>
                  <a:pt x="3450999" y="6901998"/>
                </a:lnTo>
                <a:cubicBezTo>
                  <a:pt x="1545065" y="6901998"/>
                  <a:pt x="0" y="5356933"/>
                  <a:pt x="0" y="3450999"/>
                </a:cubicBezTo>
                <a:cubicBezTo>
                  <a:pt x="0" y="1545065"/>
                  <a:pt x="1545065" y="0"/>
                  <a:pt x="3450999" y="0"/>
                </a:cubicBezTo>
                <a:close/>
              </a:path>
            </a:pathLst>
          </a:cu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350674107"/>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with Computer Monitor">
    <p:bg>
      <p:bgRef idx="1001">
        <a:schemeClr val="bg1"/>
      </p:bgRef>
    </p:bg>
    <p:spTree>
      <p:nvGrpSpPr>
        <p:cNvPr id="1" name=""/>
        <p:cNvGrpSpPr/>
        <p:nvPr/>
      </p:nvGrpSpPr>
      <p:grpSpPr>
        <a:xfrm>
          <a:off x="0" y="0"/>
          <a:ext cx="0" cy="0"/>
          <a:chOff x="0" y="0"/>
          <a:chExt cx="0" cy="0"/>
        </a:xfrm>
      </p:grpSpPr>
      <p:sp>
        <p:nvSpPr>
          <p:cNvPr id="5" name="Oval 4">
            <a:extLst>
              <a:ext uri="{FF2B5EF4-FFF2-40B4-BE49-F238E27FC236}">
                <a16:creationId xmlns:a16="http://schemas.microsoft.com/office/drawing/2014/main" id="{7D5A8CDC-7BE6-361B-2965-88F977B1F050}"/>
              </a:ext>
            </a:extLst>
          </p:cNvPr>
          <p:cNvSpPr/>
          <p:nvPr userDrawn="1"/>
        </p:nvSpPr>
        <p:spPr>
          <a:xfrm>
            <a:off x="6704012" y="838202"/>
            <a:ext cx="5029198" cy="5029198"/>
          </a:xfrm>
          <a:prstGeom prst="ellipse">
            <a:avLst/>
          </a:pr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sp>
        <p:nvSpPr>
          <p:cNvPr id="8" name="Rectangle 7">
            <a:extLst>
              <a:ext uri="{FF2B5EF4-FFF2-40B4-BE49-F238E27FC236}">
                <a16:creationId xmlns:a16="http://schemas.microsoft.com/office/drawing/2014/main" id="{F6C13E5D-0B96-580C-032F-0323F5B935D3}"/>
              </a:ext>
            </a:extLst>
          </p:cNvPr>
          <p:cNvSpPr/>
          <p:nvPr userDrawn="1"/>
        </p:nvSpPr>
        <p:spPr>
          <a:xfrm>
            <a:off x="0" y="0"/>
            <a:ext cx="760412" cy="6858000"/>
          </a:xfrm>
          <a:prstGeom prst="rect">
            <a:avLst/>
          </a:prstGeom>
          <a:solidFill>
            <a:schemeClr val="bg1"/>
          </a:solidFill>
          <a:ln>
            <a:noFill/>
          </a:ln>
          <a:effectLst>
            <a:outerShdw blurRad="127000" sx="102000" sy="102000" algn="ctr" rotWithShape="0">
              <a:prstClr val="black">
                <a:alpha val="10000"/>
              </a:prstClr>
            </a:outerShdw>
          </a:effectLst>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pic>
        <p:nvPicPr>
          <p:cNvPr id="15" name="Graphic 14">
            <a:extLst>
              <a:ext uri="{FF2B5EF4-FFF2-40B4-BE49-F238E27FC236}">
                <a16:creationId xmlns:a16="http://schemas.microsoft.com/office/drawing/2014/main" id="{97F2A9A7-1093-A563-8A0E-4C8DB0E669AE}"/>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742112" y="1752600"/>
            <a:ext cx="4951066" cy="3810000"/>
          </a:xfrm>
          <a:prstGeom prst="rect">
            <a:avLst/>
          </a:prstGeom>
        </p:spPr>
      </p:pic>
      <p:sp>
        <p:nvSpPr>
          <p:cNvPr id="4" name="Title 1">
            <a:extLst>
              <a:ext uri="{FF2B5EF4-FFF2-40B4-BE49-F238E27FC236}">
                <a16:creationId xmlns:a16="http://schemas.microsoft.com/office/drawing/2014/main" id="{E33374C0-ECC0-0DB1-D167-0EF643B5A1E0}"/>
              </a:ext>
            </a:extLst>
          </p:cNvPr>
          <p:cNvSpPr>
            <a:spLocks noGrp="1"/>
          </p:cNvSpPr>
          <p:nvPr>
            <p:ph type="title"/>
          </p:nvPr>
        </p:nvSpPr>
        <p:spPr>
          <a:xfrm>
            <a:off x="1293812" y="609600"/>
            <a:ext cx="4914900" cy="1447800"/>
          </a:xfrm>
        </p:spPr>
        <p:txBody>
          <a:bodyPr anchor="t">
            <a:normAutofit/>
          </a:bodyPr>
          <a:lstStyle>
            <a:lvl1pPr>
              <a:defRPr sz="3200" b="1" kern="1200" dirty="0">
                <a:solidFill>
                  <a:schemeClr val="tx1">
                    <a:lumMod val="85000"/>
                    <a:lumOff val="15000"/>
                  </a:schemeClr>
                </a:solidFill>
                <a:latin typeface="+mj-lt"/>
                <a:ea typeface="+mj-ea"/>
                <a:cs typeface="+mj-cs"/>
              </a:defRPr>
            </a:lvl1pPr>
          </a:lstStyle>
          <a:p>
            <a:r>
              <a:rPr lang="en-US"/>
              <a:t>Click to edit Master title style</a:t>
            </a:r>
            <a:endParaRPr dirty="0"/>
          </a:p>
        </p:txBody>
      </p:sp>
      <p:sp>
        <p:nvSpPr>
          <p:cNvPr id="3" name="Slide Number Placeholder 5">
            <a:extLst>
              <a:ext uri="{FF2B5EF4-FFF2-40B4-BE49-F238E27FC236}">
                <a16:creationId xmlns:a16="http://schemas.microsoft.com/office/drawing/2014/main" id="{FC465CD4-231A-6C85-3D9B-E21738DB5460}"/>
              </a:ext>
            </a:extLst>
          </p:cNvPr>
          <p:cNvSpPr>
            <a:spLocks noGrp="1"/>
          </p:cNvSpPr>
          <p:nvPr>
            <p:ph type="sldNum" sz="quarter" idx="12"/>
          </p:nvPr>
        </p:nvSpPr>
        <p:spPr>
          <a:xfrm>
            <a:off x="1" y="609600"/>
            <a:ext cx="760412" cy="381000"/>
          </a:xfrm>
        </p:spPr>
        <p:txBody>
          <a:bodyPr/>
          <a:lstStyle>
            <a:lvl1pPr algn="ctr">
              <a:defRPr sz="2400" b="1"/>
            </a:lvl1pPr>
          </a:lstStyle>
          <a:p>
            <a:fld id="{AAEAE4A8-A6E5-453E-B946-FB774B73F48C}" type="slidenum">
              <a:rPr lang="en-US" smtClean="0"/>
              <a:pPr/>
              <a:t>‹#›</a:t>
            </a:fld>
            <a:endParaRPr lang="en-US" dirty="0"/>
          </a:p>
        </p:txBody>
      </p:sp>
      <p:sp>
        <p:nvSpPr>
          <p:cNvPr id="17" name="Footer Placeholder 4">
            <a:extLst>
              <a:ext uri="{FF2B5EF4-FFF2-40B4-BE49-F238E27FC236}">
                <a16:creationId xmlns:a16="http://schemas.microsoft.com/office/drawing/2014/main" id="{A583352B-64D3-C6FC-B554-91866CBEBCC2}"/>
              </a:ext>
            </a:extLst>
          </p:cNvPr>
          <p:cNvSpPr>
            <a:spLocks noGrp="1"/>
          </p:cNvSpPr>
          <p:nvPr>
            <p:ph type="ftr" sz="quarter" idx="3"/>
          </p:nvPr>
        </p:nvSpPr>
        <p:spPr>
          <a:xfrm rot="16200000">
            <a:off x="-1829595" y="2591593"/>
            <a:ext cx="4419600" cy="760414"/>
          </a:xfrm>
          <a:prstGeom prst="rect">
            <a:avLst/>
          </a:prstGeom>
        </p:spPr>
        <p:txBody>
          <a:bodyPr vert="horz" lIns="91440" tIns="45720" rIns="91440" bIns="45720" rtlCol="0" anchor="ctr"/>
          <a:lstStyle>
            <a:lvl1pPr algn="ctr">
              <a:defRPr lang="en-US" sz="1400" b="0" kern="1200" spc="100" baseline="0" dirty="0">
                <a:solidFill>
                  <a:schemeClr val="tx1"/>
                </a:solidFill>
                <a:latin typeface="+mn-lt"/>
                <a:ea typeface="+mn-ea"/>
                <a:cs typeface="+mn-cs"/>
              </a:defRPr>
            </a:lvl1pPr>
          </a:lstStyle>
          <a:p>
            <a:endParaRPr lang="en-US" dirty="0"/>
          </a:p>
        </p:txBody>
      </p:sp>
      <p:sp>
        <p:nvSpPr>
          <p:cNvPr id="6" name="Date Placeholder 3">
            <a:extLst>
              <a:ext uri="{FF2B5EF4-FFF2-40B4-BE49-F238E27FC236}">
                <a16:creationId xmlns:a16="http://schemas.microsoft.com/office/drawing/2014/main" id="{647C9D80-85BC-5E0B-E24A-6217CFE72A9F}"/>
              </a:ext>
            </a:extLst>
          </p:cNvPr>
          <p:cNvSpPr>
            <a:spLocks noGrp="1"/>
          </p:cNvSpPr>
          <p:nvPr>
            <p:ph type="dt" sz="half" idx="2"/>
          </p:nvPr>
        </p:nvSpPr>
        <p:spPr>
          <a:xfrm rot="16200000">
            <a:off x="-229393" y="5258593"/>
            <a:ext cx="1219200" cy="760414"/>
          </a:xfrm>
          <a:prstGeom prst="rect">
            <a:avLst/>
          </a:prstGeom>
        </p:spPr>
        <p:txBody>
          <a:bodyPr vert="horz" lIns="91440" tIns="45720" rIns="91440" bIns="45720" rtlCol="0" anchor="ctr"/>
          <a:lstStyle>
            <a:lvl1pPr algn="l">
              <a:defRPr sz="1400" b="0" spc="100" baseline="0">
                <a:solidFill>
                  <a:schemeClr val="tx1"/>
                </a:solidFill>
              </a:defRPr>
            </a:lvl1pPr>
          </a:lstStyle>
          <a:p>
            <a:endParaRPr lang="en-US" dirty="0"/>
          </a:p>
        </p:txBody>
      </p:sp>
      <p:sp>
        <p:nvSpPr>
          <p:cNvPr id="12" name="Content Placeholder 2">
            <a:extLst>
              <a:ext uri="{FF2B5EF4-FFF2-40B4-BE49-F238E27FC236}">
                <a16:creationId xmlns:a16="http://schemas.microsoft.com/office/drawing/2014/main" id="{20038AE2-F2EF-FEA5-D6B4-5C539A25221E}"/>
              </a:ext>
            </a:extLst>
          </p:cNvPr>
          <p:cNvSpPr>
            <a:spLocks noGrp="1"/>
          </p:cNvSpPr>
          <p:nvPr>
            <p:ph idx="1"/>
          </p:nvPr>
        </p:nvSpPr>
        <p:spPr>
          <a:xfrm>
            <a:off x="1311274" y="2286000"/>
            <a:ext cx="4572000" cy="3962400"/>
          </a:xfrm>
        </p:spPr>
        <p:txBody>
          <a:bodyPr>
            <a:normAutofit/>
          </a:bodyPr>
          <a:lstStyle>
            <a:lvl1pPr marL="45720" indent="0">
              <a:lnSpc>
                <a:spcPct val="110000"/>
              </a:lnSpc>
              <a:buNone/>
              <a:defRPr lang="en-US" sz="1800" kern="1200" dirty="0">
                <a:solidFill>
                  <a:schemeClr val="tx1">
                    <a:lumMod val="85000"/>
                    <a:lumOff val="15000"/>
                  </a:schemeClr>
                </a:solidFill>
                <a:latin typeface="+mn-lt"/>
                <a:ea typeface="+mn-lt"/>
                <a:cs typeface="+mn-lt"/>
              </a:defRPr>
            </a:lvl1pPr>
            <a:lvl2pPr marL="365760" indent="0">
              <a:lnSpc>
                <a:spcPct val="110000"/>
              </a:lnSpc>
              <a:buNone/>
              <a:defRPr lang="en-US" sz="1800" kern="1200" dirty="0">
                <a:solidFill>
                  <a:schemeClr val="tx1">
                    <a:lumMod val="85000"/>
                    <a:lumOff val="15000"/>
                  </a:schemeClr>
                </a:solidFill>
                <a:latin typeface="+mn-lt"/>
                <a:ea typeface="+mn-lt"/>
                <a:cs typeface="+mn-lt"/>
              </a:defRPr>
            </a:lvl2pPr>
            <a:lvl3pPr marL="594360" indent="0">
              <a:lnSpc>
                <a:spcPct val="110000"/>
              </a:lnSpc>
              <a:buNone/>
              <a:defRPr lang="en-US" sz="1800" kern="1200" dirty="0">
                <a:solidFill>
                  <a:schemeClr val="tx1">
                    <a:lumMod val="85000"/>
                    <a:lumOff val="15000"/>
                  </a:schemeClr>
                </a:solidFill>
                <a:latin typeface="+mn-lt"/>
                <a:ea typeface="+mn-lt"/>
                <a:cs typeface="+mn-lt"/>
              </a:defRPr>
            </a:lvl3pPr>
            <a:lvl4pPr marL="777240" indent="0">
              <a:lnSpc>
                <a:spcPct val="110000"/>
              </a:lnSpc>
              <a:buNone/>
              <a:defRPr lang="en-US" sz="1800" kern="1200" dirty="0">
                <a:solidFill>
                  <a:schemeClr val="tx1">
                    <a:lumMod val="85000"/>
                    <a:lumOff val="15000"/>
                  </a:schemeClr>
                </a:solidFill>
                <a:latin typeface="+mn-lt"/>
                <a:ea typeface="+mn-lt"/>
                <a:cs typeface="+mn-lt"/>
              </a:defRPr>
            </a:lvl4pPr>
            <a:lvl5pPr marL="960120" indent="0">
              <a:lnSpc>
                <a:spcPct val="110000"/>
              </a:lnSpc>
              <a:buNone/>
              <a:defRPr sz="1800" kern="1200" dirty="0">
                <a:solidFill>
                  <a:schemeClr val="tx1">
                    <a:lumMod val="85000"/>
                    <a:lumOff val="15000"/>
                  </a:schemeClr>
                </a:solidFill>
                <a:latin typeface="+mn-lt"/>
                <a:ea typeface="+mn-lt"/>
                <a:cs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7" name="Picture Placeholder 6">
            <a:extLst>
              <a:ext uri="{FF2B5EF4-FFF2-40B4-BE49-F238E27FC236}">
                <a16:creationId xmlns:a16="http://schemas.microsoft.com/office/drawing/2014/main" id="{51F5E297-E771-7AE4-7311-0874043A4B38}"/>
              </a:ext>
            </a:extLst>
          </p:cNvPr>
          <p:cNvSpPr>
            <a:spLocks noGrp="1"/>
          </p:cNvSpPr>
          <p:nvPr>
            <p:ph type="pic" sz="quarter" idx="16"/>
          </p:nvPr>
        </p:nvSpPr>
        <p:spPr>
          <a:xfrm>
            <a:off x="7045945" y="2057400"/>
            <a:ext cx="4343400" cy="2688336"/>
          </a:xfrm>
          <a:custGeom>
            <a:avLst/>
            <a:gdLst>
              <a:gd name="connsiteX0" fmla="*/ 25620 w 4343400"/>
              <a:gd name="connsiteY0" fmla="*/ 0 h 2688336"/>
              <a:gd name="connsiteX1" fmla="*/ 4317780 w 4343400"/>
              <a:gd name="connsiteY1" fmla="*/ 0 h 2688336"/>
              <a:gd name="connsiteX2" fmla="*/ 4343400 w 4343400"/>
              <a:gd name="connsiteY2" fmla="*/ 25620 h 2688336"/>
              <a:gd name="connsiteX3" fmla="*/ 4343400 w 4343400"/>
              <a:gd name="connsiteY3" fmla="*/ 2662716 h 2688336"/>
              <a:gd name="connsiteX4" fmla="*/ 4317780 w 4343400"/>
              <a:gd name="connsiteY4" fmla="*/ 2688336 h 2688336"/>
              <a:gd name="connsiteX5" fmla="*/ 25620 w 4343400"/>
              <a:gd name="connsiteY5" fmla="*/ 2688336 h 2688336"/>
              <a:gd name="connsiteX6" fmla="*/ 0 w 4343400"/>
              <a:gd name="connsiteY6" fmla="*/ 2662716 h 2688336"/>
              <a:gd name="connsiteX7" fmla="*/ 0 w 4343400"/>
              <a:gd name="connsiteY7" fmla="*/ 25620 h 2688336"/>
              <a:gd name="connsiteX8" fmla="*/ 25620 w 4343400"/>
              <a:gd name="connsiteY8" fmla="*/ 0 h 2688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43400" h="2688336">
                <a:moveTo>
                  <a:pt x="25620" y="0"/>
                </a:moveTo>
                <a:lnTo>
                  <a:pt x="4317780" y="0"/>
                </a:lnTo>
                <a:cubicBezTo>
                  <a:pt x="4331930" y="0"/>
                  <a:pt x="4343400" y="11470"/>
                  <a:pt x="4343400" y="25620"/>
                </a:cubicBezTo>
                <a:lnTo>
                  <a:pt x="4343400" y="2662716"/>
                </a:lnTo>
                <a:cubicBezTo>
                  <a:pt x="4343400" y="2676866"/>
                  <a:pt x="4331930" y="2688336"/>
                  <a:pt x="4317780" y="2688336"/>
                </a:cubicBezTo>
                <a:lnTo>
                  <a:pt x="25620" y="2688336"/>
                </a:lnTo>
                <a:cubicBezTo>
                  <a:pt x="11470" y="2688336"/>
                  <a:pt x="0" y="2676866"/>
                  <a:pt x="0" y="2662716"/>
                </a:cubicBezTo>
                <a:lnTo>
                  <a:pt x="0" y="25620"/>
                </a:lnTo>
                <a:cubicBezTo>
                  <a:pt x="0" y="11470"/>
                  <a:pt x="11470" y="0"/>
                  <a:pt x="25620" y="0"/>
                </a:cubicBezTo>
                <a:close/>
              </a:path>
            </a:pathLst>
          </a:custGeom>
        </p:spPr>
        <p:txBody>
          <a:bodyPr wrap="square">
            <a:noAutofit/>
          </a:bodyPr>
          <a:lstStyle>
            <a:lvl1pPr marL="45720" indent="0">
              <a:buNone/>
              <a:defRPr>
                <a:solidFill>
                  <a:schemeClr val="bg1"/>
                </a:solidFill>
              </a:defRPr>
            </a:lvl1pPr>
          </a:lstStyle>
          <a:p>
            <a:r>
              <a:rPr lang="en-US"/>
              <a:t>Click icon to add picture</a:t>
            </a:r>
            <a:endParaRPr lang="en-US" dirty="0"/>
          </a:p>
        </p:txBody>
      </p:sp>
    </p:spTree>
    <p:extLst>
      <p:ext uri="{BB962C8B-B14F-4D97-AF65-F5344CB8AC3E}">
        <p14:creationId xmlns:p14="http://schemas.microsoft.com/office/powerpoint/2010/main" val="3149728844"/>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brea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94761B-B29B-1C47-FAE9-6E0FA1543EC6}"/>
              </a:ext>
            </a:extLst>
          </p:cNvPr>
          <p:cNvSpPr>
            <a:spLocks noGrp="1"/>
          </p:cNvSpPr>
          <p:nvPr>
            <p:ph type="title"/>
          </p:nvPr>
        </p:nvSpPr>
        <p:spPr>
          <a:xfrm>
            <a:off x="608012" y="685800"/>
            <a:ext cx="5687336" cy="5288730"/>
          </a:xfrm>
        </p:spPr>
        <p:txBody>
          <a:bodyPr anchor="b">
            <a:normAutofit/>
          </a:bodyPr>
          <a:lstStyle>
            <a:lvl1pPr marL="0" indent="0" algn="l">
              <a:lnSpc>
                <a:spcPct val="100000"/>
              </a:lnSpc>
              <a:defRPr sz="4800"/>
            </a:lvl1pPr>
          </a:lstStyle>
          <a:p>
            <a:r>
              <a:rPr lang="en-US"/>
              <a:t>Click to edit Master title style</a:t>
            </a:r>
            <a:endParaRPr dirty="0"/>
          </a:p>
        </p:txBody>
      </p:sp>
      <p:sp>
        <p:nvSpPr>
          <p:cNvPr id="3" name="Cross 2">
            <a:extLst>
              <a:ext uri="{FF2B5EF4-FFF2-40B4-BE49-F238E27FC236}">
                <a16:creationId xmlns:a16="http://schemas.microsoft.com/office/drawing/2014/main" id="{9D098DB9-0987-4850-3A4E-90EECD01BFED}"/>
              </a:ext>
            </a:extLst>
          </p:cNvPr>
          <p:cNvSpPr/>
          <p:nvPr userDrawn="1"/>
        </p:nvSpPr>
        <p:spPr>
          <a:xfrm>
            <a:off x="7130149" y="3969437"/>
            <a:ext cx="640662" cy="640662"/>
          </a:xfrm>
          <a:prstGeom prst="plus">
            <a:avLst>
              <a:gd name="adj" fmla="val 39796"/>
            </a:avLst>
          </a:pr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lvl="0" algn="ctr"/>
            <a:endParaRPr lang="en-US" dirty="0"/>
          </a:p>
        </p:txBody>
      </p:sp>
      <p:pic>
        <p:nvPicPr>
          <p:cNvPr id="4" name="Graphic 3">
            <a:extLst>
              <a:ext uri="{FF2B5EF4-FFF2-40B4-BE49-F238E27FC236}">
                <a16:creationId xmlns:a16="http://schemas.microsoft.com/office/drawing/2014/main" id="{0320F41B-7946-84A8-649E-B8D2394410B0}"/>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 r="42412"/>
          <a:stretch/>
        </p:blipFill>
        <p:spPr>
          <a:xfrm>
            <a:off x="7134779" y="533400"/>
            <a:ext cx="5054045" cy="5588000"/>
          </a:xfrm>
          <a:prstGeom prst="rect">
            <a:avLst/>
          </a:prstGeom>
        </p:spPr>
      </p:pic>
      <p:sp>
        <p:nvSpPr>
          <p:cNvPr id="6" name="Cross 5">
            <a:extLst>
              <a:ext uri="{FF2B5EF4-FFF2-40B4-BE49-F238E27FC236}">
                <a16:creationId xmlns:a16="http://schemas.microsoft.com/office/drawing/2014/main" id="{D3F324A7-F228-C486-182B-84D6C27A93B8}"/>
              </a:ext>
            </a:extLst>
          </p:cNvPr>
          <p:cNvSpPr/>
          <p:nvPr userDrawn="1"/>
        </p:nvSpPr>
        <p:spPr>
          <a:xfrm>
            <a:off x="6368151" y="2407337"/>
            <a:ext cx="640662" cy="640662"/>
          </a:xfrm>
          <a:prstGeom prst="plus">
            <a:avLst>
              <a:gd name="adj" fmla="val 39796"/>
            </a:avLst>
          </a:pr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lvl="0" algn="ctr"/>
            <a:endParaRPr lang="en-US" dirty="0"/>
          </a:p>
        </p:txBody>
      </p:sp>
      <p:sp>
        <p:nvSpPr>
          <p:cNvPr id="10" name="Picture Placeholder 20">
            <a:extLst>
              <a:ext uri="{FF2B5EF4-FFF2-40B4-BE49-F238E27FC236}">
                <a16:creationId xmlns:a16="http://schemas.microsoft.com/office/drawing/2014/main" id="{0EE33DD4-E993-7039-2B48-6FAFAE32A9FE}"/>
              </a:ext>
            </a:extLst>
          </p:cNvPr>
          <p:cNvSpPr>
            <a:spLocks noGrp="1"/>
          </p:cNvSpPr>
          <p:nvPr>
            <p:ph type="pic" sz="quarter" idx="15"/>
          </p:nvPr>
        </p:nvSpPr>
        <p:spPr>
          <a:xfrm>
            <a:off x="8119745" y="990600"/>
            <a:ext cx="4069080" cy="4384979"/>
          </a:xfrm>
          <a:custGeom>
            <a:avLst/>
            <a:gdLst>
              <a:gd name="connsiteX0" fmla="*/ 3553733 w 4390346"/>
              <a:gd name="connsiteY0" fmla="*/ 0 h 4693920"/>
              <a:gd name="connsiteX1" fmla="*/ 4390346 w 4390346"/>
              <a:gd name="connsiteY1" fmla="*/ 0 h 4693920"/>
              <a:gd name="connsiteX2" fmla="*/ 4390346 w 4390346"/>
              <a:gd name="connsiteY2" fmla="*/ 4690872 h 4693920"/>
              <a:gd name="connsiteX3" fmla="*/ 3721482 w 4390346"/>
              <a:gd name="connsiteY3" fmla="*/ 4690872 h 4693920"/>
              <a:gd name="connsiteX4" fmla="*/ 3721482 w 4390346"/>
              <a:gd name="connsiteY4" fmla="*/ 4693920 h 4693920"/>
              <a:gd name="connsiteX5" fmla="*/ 197252 w 4390346"/>
              <a:gd name="connsiteY5" fmla="*/ 4693920 h 4693920"/>
              <a:gd name="connsiteX6" fmla="*/ 167017 w 4390346"/>
              <a:gd name="connsiteY6" fmla="*/ 4690872 h 4693920"/>
              <a:gd name="connsiteX7" fmla="*/ 0 w 4390346"/>
              <a:gd name="connsiteY7" fmla="*/ 4690872 h 4693920"/>
              <a:gd name="connsiteX8" fmla="*/ 0 w 4390346"/>
              <a:gd name="connsiteY8" fmla="*/ 4232970 h 4693920"/>
              <a:gd name="connsiteX9" fmla="*/ 1 w 4390346"/>
              <a:gd name="connsiteY9" fmla="*/ 4232970 h 4693920"/>
              <a:gd name="connsiteX10" fmla="*/ 1 w 4390346"/>
              <a:gd name="connsiteY10" fmla="*/ 200299 h 4693920"/>
              <a:gd name="connsiteX11" fmla="*/ 197252 w 4390346"/>
              <a:gd name="connsiteY11" fmla="*/ 3048 h 4693920"/>
              <a:gd name="connsiteX12" fmla="*/ 3553733 w 4390346"/>
              <a:gd name="connsiteY12" fmla="*/ 3048 h 46939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390346" h="4693920">
                <a:moveTo>
                  <a:pt x="3553733" y="0"/>
                </a:moveTo>
                <a:lnTo>
                  <a:pt x="4390346" y="0"/>
                </a:lnTo>
                <a:lnTo>
                  <a:pt x="4390346" y="4690872"/>
                </a:lnTo>
                <a:lnTo>
                  <a:pt x="3721482" y="4690872"/>
                </a:lnTo>
                <a:lnTo>
                  <a:pt x="3721482" y="4693920"/>
                </a:lnTo>
                <a:lnTo>
                  <a:pt x="197252" y="4693920"/>
                </a:lnTo>
                <a:lnTo>
                  <a:pt x="167017" y="4690872"/>
                </a:lnTo>
                <a:lnTo>
                  <a:pt x="0" y="4690872"/>
                </a:lnTo>
                <a:lnTo>
                  <a:pt x="0" y="4232970"/>
                </a:lnTo>
                <a:lnTo>
                  <a:pt x="1" y="4232970"/>
                </a:lnTo>
                <a:lnTo>
                  <a:pt x="1" y="200299"/>
                </a:lnTo>
                <a:cubicBezTo>
                  <a:pt x="1" y="91360"/>
                  <a:pt x="88313" y="3048"/>
                  <a:pt x="197252" y="3048"/>
                </a:cubicBezTo>
                <a:lnTo>
                  <a:pt x="3553733" y="3048"/>
                </a:lnTo>
                <a:close/>
              </a:path>
            </a:pathLst>
          </a:custGeom>
        </p:spPr>
        <p:txBody>
          <a:bodyPr wrap="square">
            <a:noAutofit/>
          </a:bodyPr>
          <a:lstStyle>
            <a:lvl1pPr marL="45720" indent="0">
              <a:buNone/>
              <a:defRPr>
                <a:solidFill>
                  <a:schemeClr val="bg1"/>
                </a:solidFill>
              </a:defRPr>
            </a:lvl1pPr>
          </a:lstStyle>
          <a:p>
            <a:r>
              <a:rPr lang="en-US"/>
              <a:t>Click icon to add picture</a:t>
            </a:r>
            <a:endParaRPr lang="en-US" dirty="0"/>
          </a:p>
        </p:txBody>
      </p:sp>
    </p:spTree>
    <p:extLst>
      <p:ext uri="{BB962C8B-B14F-4D97-AF65-F5344CB8AC3E}">
        <p14:creationId xmlns:p14="http://schemas.microsoft.com/office/powerpoint/2010/main" val="2777647051"/>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with Accent">
    <p:bg>
      <p:bgRef idx="1001">
        <a:schemeClr val="bg1"/>
      </p:bgRef>
    </p:bg>
    <p:spTree>
      <p:nvGrpSpPr>
        <p:cNvPr id="1" name=""/>
        <p:cNvGrpSpPr/>
        <p:nvPr/>
      </p:nvGrpSpPr>
      <p:grpSpPr>
        <a:xfrm>
          <a:off x="0" y="0"/>
          <a:ext cx="0" cy="0"/>
          <a:chOff x="0" y="0"/>
          <a:chExt cx="0" cy="0"/>
        </a:xfrm>
      </p:grpSpPr>
      <p:sp>
        <p:nvSpPr>
          <p:cNvPr id="5" name="Oval 4">
            <a:extLst>
              <a:ext uri="{FF2B5EF4-FFF2-40B4-BE49-F238E27FC236}">
                <a16:creationId xmlns:a16="http://schemas.microsoft.com/office/drawing/2014/main" id="{7D5A8CDC-7BE6-361B-2965-88F977B1F050}"/>
              </a:ext>
            </a:extLst>
          </p:cNvPr>
          <p:cNvSpPr/>
          <p:nvPr userDrawn="1"/>
        </p:nvSpPr>
        <p:spPr>
          <a:xfrm>
            <a:off x="6361114" y="1317171"/>
            <a:ext cx="5029198" cy="5029198"/>
          </a:xfrm>
          <a:prstGeom prst="ellipse">
            <a:avLst/>
          </a:pr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sp>
        <p:nvSpPr>
          <p:cNvPr id="8" name="Rectangle 7">
            <a:extLst>
              <a:ext uri="{FF2B5EF4-FFF2-40B4-BE49-F238E27FC236}">
                <a16:creationId xmlns:a16="http://schemas.microsoft.com/office/drawing/2014/main" id="{F6C13E5D-0B96-580C-032F-0323F5B935D3}"/>
              </a:ext>
            </a:extLst>
          </p:cNvPr>
          <p:cNvSpPr/>
          <p:nvPr userDrawn="1"/>
        </p:nvSpPr>
        <p:spPr>
          <a:xfrm>
            <a:off x="0" y="0"/>
            <a:ext cx="760412" cy="6858000"/>
          </a:xfrm>
          <a:prstGeom prst="rect">
            <a:avLst/>
          </a:prstGeom>
          <a:solidFill>
            <a:schemeClr val="bg1"/>
          </a:solidFill>
          <a:ln>
            <a:noFill/>
          </a:ln>
          <a:effectLst>
            <a:outerShdw blurRad="127000" sx="102000" sy="102000" algn="ctr" rotWithShape="0">
              <a:prstClr val="black">
                <a:alpha val="10000"/>
              </a:prstClr>
            </a:outerShdw>
          </a:effectLst>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sp>
        <p:nvSpPr>
          <p:cNvPr id="4" name="Title 1">
            <a:extLst>
              <a:ext uri="{FF2B5EF4-FFF2-40B4-BE49-F238E27FC236}">
                <a16:creationId xmlns:a16="http://schemas.microsoft.com/office/drawing/2014/main" id="{E33374C0-ECC0-0DB1-D167-0EF643B5A1E0}"/>
              </a:ext>
            </a:extLst>
          </p:cNvPr>
          <p:cNvSpPr>
            <a:spLocks noGrp="1"/>
          </p:cNvSpPr>
          <p:nvPr>
            <p:ph type="title"/>
          </p:nvPr>
        </p:nvSpPr>
        <p:spPr>
          <a:xfrm>
            <a:off x="1293812" y="609600"/>
            <a:ext cx="4914900" cy="1447800"/>
          </a:xfrm>
        </p:spPr>
        <p:txBody>
          <a:bodyPr anchor="t">
            <a:normAutofit/>
          </a:bodyPr>
          <a:lstStyle>
            <a:lvl1pPr>
              <a:defRPr sz="3200" b="1" kern="1200" dirty="0">
                <a:solidFill>
                  <a:schemeClr val="tx1">
                    <a:lumMod val="85000"/>
                    <a:lumOff val="15000"/>
                  </a:schemeClr>
                </a:solidFill>
                <a:latin typeface="+mj-lt"/>
                <a:ea typeface="+mj-ea"/>
                <a:cs typeface="+mj-cs"/>
              </a:defRPr>
            </a:lvl1pPr>
          </a:lstStyle>
          <a:p>
            <a:r>
              <a:rPr lang="en-US"/>
              <a:t>Click to edit Master title style</a:t>
            </a:r>
            <a:endParaRPr dirty="0"/>
          </a:p>
        </p:txBody>
      </p:sp>
      <p:sp>
        <p:nvSpPr>
          <p:cNvPr id="3" name="Slide Number Placeholder 5">
            <a:extLst>
              <a:ext uri="{FF2B5EF4-FFF2-40B4-BE49-F238E27FC236}">
                <a16:creationId xmlns:a16="http://schemas.microsoft.com/office/drawing/2014/main" id="{FC465CD4-231A-6C85-3D9B-E21738DB5460}"/>
              </a:ext>
            </a:extLst>
          </p:cNvPr>
          <p:cNvSpPr>
            <a:spLocks noGrp="1"/>
          </p:cNvSpPr>
          <p:nvPr>
            <p:ph type="sldNum" sz="quarter" idx="12"/>
          </p:nvPr>
        </p:nvSpPr>
        <p:spPr>
          <a:xfrm>
            <a:off x="1" y="609600"/>
            <a:ext cx="760412" cy="381000"/>
          </a:xfrm>
        </p:spPr>
        <p:txBody>
          <a:bodyPr/>
          <a:lstStyle>
            <a:lvl1pPr algn="ctr">
              <a:defRPr sz="2400" b="1"/>
            </a:lvl1pPr>
          </a:lstStyle>
          <a:p>
            <a:fld id="{AAEAE4A8-A6E5-453E-B946-FB774B73F48C}" type="slidenum">
              <a:rPr lang="en-US" smtClean="0"/>
              <a:pPr/>
              <a:t>‹#›</a:t>
            </a:fld>
            <a:endParaRPr lang="en-US" dirty="0"/>
          </a:p>
        </p:txBody>
      </p:sp>
      <p:sp>
        <p:nvSpPr>
          <p:cNvPr id="17" name="Footer Placeholder 4">
            <a:extLst>
              <a:ext uri="{FF2B5EF4-FFF2-40B4-BE49-F238E27FC236}">
                <a16:creationId xmlns:a16="http://schemas.microsoft.com/office/drawing/2014/main" id="{A583352B-64D3-C6FC-B554-91866CBEBCC2}"/>
              </a:ext>
            </a:extLst>
          </p:cNvPr>
          <p:cNvSpPr>
            <a:spLocks noGrp="1"/>
          </p:cNvSpPr>
          <p:nvPr>
            <p:ph type="ftr" sz="quarter" idx="3"/>
          </p:nvPr>
        </p:nvSpPr>
        <p:spPr>
          <a:xfrm rot="16200000">
            <a:off x="-1829595" y="2591593"/>
            <a:ext cx="4419600" cy="760414"/>
          </a:xfrm>
          <a:prstGeom prst="rect">
            <a:avLst/>
          </a:prstGeom>
        </p:spPr>
        <p:txBody>
          <a:bodyPr vert="horz" lIns="91440" tIns="45720" rIns="91440" bIns="45720" rtlCol="0" anchor="ctr"/>
          <a:lstStyle>
            <a:lvl1pPr algn="ctr">
              <a:defRPr lang="en-US" sz="1400" b="0" kern="1200" spc="100" baseline="0" dirty="0">
                <a:solidFill>
                  <a:schemeClr val="tx1"/>
                </a:solidFill>
                <a:latin typeface="+mn-lt"/>
                <a:ea typeface="+mn-ea"/>
                <a:cs typeface="+mn-cs"/>
              </a:defRPr>
            </a:lvl1pPr>
          </a:lstStyle>
          <a:p>
            <a:endParaRPr lang="en-US" dirty="0"/>
          </a:p>
        </p:txBody>
      </p:sp>
      <p:sp>
        <p:nvSpPr>
          <p:cNvPr id="6" name="Date Placeholder 3">
            <a:extLst>
              <a:ext uri="{FF2B5EF4-FFF2-40B4-BE49-F238E27FC236}">
                <a16:creationId xmlns:a16="http://schemas.microsoft.com/office/drawing/2014/main" id="{647C9D80-85BC-5E0B-E24A-6217CFE72A9F}"/>
              </a:ext>
            </a:extLst>
          </p:cNvPr>
          <p:cNvSpPr>
            <a:spLocks noGrp="1"/>
          </p:cNvSpPr>
          <p:nvPr>
            <p:ph type="dt" sz="half" idx="2"/>
          </p:nvPr>
        </p:nvSpPr>
        <p:spPr>
          <a:xfrm rot="16200000">
            <a:off x="-229393" y="5258593"/>
            <a:ext cx="1219200" cy="760414"/>
          </a:xfrm>
          <a:prstGeom prst="rect">
            <a:avLst/>
          </a:prstGeom>
        </p:spPr>
        <p:txBody>
          <a:bodyPr vert="horz" lIns="91440" tIns="45720" rIns="91440" bIns="45720" rtlCol="0" anchor="ctr"/>
          <a:lstStyle>
            <a:lvl1pPr algn="l">
              <a:defRPr sz="1400" b="0" spc="100" baseline="0">
                <a:solidFill>
                  <a:schemeClr val="tx1"/>
                </a:solidFill>
              </a:defRPr>
            </a:lvl1pPr>
          </a:lstStyle>
          <a:p>
            <a:endParaRPr lang="en-US" dirty="0"/>
          </a:p>
        </p:txBody>
      </p:sp>
      <p:sp>
        <p:nvSpPr>
          <p:cNvPr id="12" name="Content Placeholder 2">
            <a:extLst>
              <a:ext uri="{FF2B5EF4-FFF2-40B4-BE49-F238E27FC236}">
                <a16:creationId xmlns:a16="http://schemas.microsoft.com/office/drawing/2014/main" id="{20038AE2-F2EF-FEA5-D6B4-5C539A25221E}"/>
              </a:ext>
            </a:extLst>
          </p:cNvPr>
          <p:cNvSpPr>
            <a:spLocks noGrp="1"/>
          </p:cNvSpPr>
          <p:nvPr>
            <p:ph idx="1"/>
          </p:nvPr>
        </p:nvSpPr>
        <p:spPr>
          <a:xfrm>
            <a:off x="1311274" y="2286000"/>
            <a:ext cx="4572000" cy="3962400"/>
          </a:xfrm>
        </p:spPr>
        <p:txBody>
          <a:bodyPr>
            <a:normAutofit/>
          </a:bodyPr>
          <a:lstStyle>
            <a:lvl1pPr marL="331470" indent="-285750">
              <a:lnSpc>
                <a:spcPct val="110000"/>
              </a:lnSpc>
              <a:buFont typeface="Arial" panose="020B0604020202020204" pitchFamily="34" charset="0"/>
              <a:buChar char="•"/>
              <a:defRPr lang="en-US" sz="1800" kern="1200" dirty="0">
                <a:solidFill>
                  <a:schemeClr val="tx1">
                    <a:lumMod val="85000"/>
                    <a:lumOff val="15000"/>
                  </a:schemeClr>
                </a:solidFill>
                <a:latin typeface="+mn-lt"/>
                <a:ea typeface="+mn-lt"/>
                <a:cs typeface="+mn-lt"/>
              </a:defRPr>
            </a:lvl1pPr>
            <a:lvl2pPr marL="651510" indent="-285750">
              <a:lnSpc>
                <a:spcPct val="110000"/>
              </a:lnSpc>
              <a:buFont typeface="Arial" panose="020B0604020202020204" pitchFamily="34" charset="0"/>
              <a:buChar char="•"/>
              <a:defRPr lang="en-US" sz="1800" kern="1200" dirty="0">
                <a:solidFill>
                  <a:schemeClr val="tx1">
                    <a:lumMod val="85000"/>
                    <a:lumOff val="15000"/>
                  </a:schemeClr>
                </a:solidFill>
                <a:latin typeface="+mn-lt"/>
                <a:ea typeface="+mn-lt"/>
                <a:cs typeface="+mn-lt"/>
              </a:defRPr>
            </a:lvl2pPr>
            <a:lvl3pPr marL="880110" indent="-285750">
              <a:lnSpc>
                <a:spcPct val="110000"/>
              </a:lnSpc>
              <a:buFont typeface="Arial" panose="020B0604020202020204" pitchFamily="34" charset="0"/>
              <a:buChar char="•"/>
              <a:defRPr lang="en-US" sz="1800" kern="1200" dirty="0">
                <a:solidFill>
                  <a:schemeClr val="tx1">
                    <a:lumMod val="85000"/>
                    <a:lumOff val="15000"/>
                  </a:schemeClr>
                </a:solidFill>
                <a:latin typeface="+mn-lt"/>
                <a:ea typeface="+mn-lt"/>
                <a:cs typeface="+mn-lt"/>
              </a:defRPr>
            </a:lvl3pPr>
            <a:lvl4pPr marL="1062990" indent="-285750">
              <a:lnSpc>
                <a:spcPct val="110000"/>
              </a:lnSpc>
              <a:buFont typeface="Arial" panose="020B0604020202020204" pitchFamily="34" charset="0"/>
              <a:buChar char="•"/>
              <a:defRPr lang="en-US" sz="1800" kern="1200" dirty="0">
                <a:solidFill>
                  <a:schemeClr val="tx1">
                    <a:lumMod val="85000"/>
                    <a:lumOff val="15000"/>
                  </a:schemeClr>
                </a:solidFill>
                <a:latin typeface="+mn-lt"/>
                <a:ea typeface="+mn-lt"/>
                <a:cs typeface="+mn-lt"/>
              </a:defRPr>
            </a:lvl4pPr>
            <a:lvl5pPr marL="1245870" indent="-285750">
              <a:lnSpc>
                <a:spcPct val="110000"/>
              </a:lnSpc>
              <a:buFont typeface="Arial" panose="020B0604020202020204" pitchFamily="34" charset="0"/>
              <a:buChar char="•"/>
              <a:defRPr sz="1800" kern="1200" dirty="0">
                <a:solidFill>
                  <a:schemeClr val="tx1">
                    <a:lumMod val="85000"/>
                    <a:lumOff val="15000"/>
                  </a:schemeClr>
                </a:solidFill>
                <a:latin typeface="+mn-lt"/>
                <a:ea typeface="+mn-lt"/>
                <a:cs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13" name="Content Placeholder 12">
            <a:extLst>
              <a:ext uri="{FF2B5EF4-FFF2-40B4-BE49-F238E27FC236}">
                <a16:creationId xmlns:a16="http://schemas.microsoft.com/office/drawing/2014/main" id="{120B2A3A-FF4C-298C-0165-DB61E8935F68}"/>
              </a:ext>
            </a:extLst>
          </p:cNvPr>
          <p:cNvSpPr>
            <a:spLocks noGrp="1"/>
          </p:cNvSpPr>
          <p:nvPr>
            <p:ph sz="quarter" idx="15"/>
          </p:nvPr>
        </p:nvSpPr>
        <p:spPr>
          <a:xfrm>
            <a:off x="6094413" y="2286000"/>
            <a:ext cx="5562600" cy="3962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89328874"/>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and Table">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6C13E5D-0B96-580C-032F-0323F5B935D3}"/>
              </a:ext>
            </a:extLst>
          </p:cNvPr>
          <p:cNvSpPr/>
          <p:nvPr userDrawn="1"/>
        </p:nvSpPr>
        <p:spPr>
          <a:xfrm>
            <a:off x="0" y="0"/>
            <a:ext cx="760412" cy="6858000"/>
          </a:xfrm>
          <a:prstGeom prst="rect">
            <a:avLst/>
          </a:prstGeom>
          <a:solidFill>
            <a:schemeClr val="bg1"/>
          </a:solidFill>
          <a:ln>
            <a:noFill/>
          </a:ln>
          <a:effectLst>
            <a:outerShdw blurRad="127000" sx="102000" sy="102000" algn="ctr" rotWithShape="0">
              <a:prstClr val="black">
                <a:alpha val="10000"/>
              </a:prstClr>
            </a:outerShdw>
          </a:effectLst>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sp>
        <p:nvSpPr>
          <p:cNvPr id="4" name="Title 1">
            <a:extLst>
              <a:ext uri="{FF2B5EF4-FFF2-40B4-BE49-F238E27FC236}">
                <a16:creationId xmlns:a16="http://schemas.microsoft.com/office/drawing/2014/main" id="{E33374C0-ECC0-0DB1-D167-0EF643B5A1E0}"/>
              </a:ext>
            </a:extLst>
          </p:cNvPr>
          <p:cNvSpPr>
            <a:spLocks noGrp="1"/>
          </p:cNvSpPr>
          <p:nvPr>
            <p:ph type="title"/>
          </p:nvPr>
        </p:nvSpPr>
        <p:spPr>
          <a:xfrm>
            <a:off x="1293812" y="609600"/>
            <a:ext cx="4914900" cy="1447800"/>
          </a:xfrm>
        </p:spPr>
        <p:txBody>
          <a:bodyPr anchor="t">
            <a:normAutofit/>
          </a:bodyPr>
          <a:lstStyle>
            <a:lvl1pPr>
              <a:defRPr sz="3200" b="1" kern="1200" dirty="0">
                <a:solidFill>
                  <a:schemeClr val="tx1">
                    <a:lumMod val="85000"/>
                    <a:lumOff val="15000"/>
                  </a:schemeClr>
                </a:solidFill>
                <a:latin typeface="+mj-lt"/>
                <a:ea typeface="+mj-ea"/>
                <a:cs typeface="+mj-cs"/>
              </a:defRPr>
            </a:lvl1pPr>
          </a:lstStyle>
          <a:p>
            <a:r>
              <a:rPr lang="en-US"/>
              <a:t>Click to edit Master title style</a:t>
            </a:r>
            <a:endParaRPr dirty="0"/>
          </a:p>
        </p:txBody>
      </p:sp>
      <p:sp>
        <p:nvSpPr>
          <p:cNvPr id="3" name="Slide Number Placeholder 5">
            <a:extLst>
              <a:ext uri="{FF2B5EF4-FFF2-40B4-BE49-F238E27FC236}">
                <a16:creationId xmlns:a16="http://schemas.microsoft.com/office/drawing/2014/main" id="{FC465CD4-231A-6C85-3D9B-E21738DB5460}"/>
              </a:ext>
            </a:extLst>
          </p:cNvPr>
          <p:cNvSpPr>
            <a:spLocks noGrp="1"/>
          </p:cNvSpPr>
          <p:nvPr>
            <p:ph type="sldNum" sz="quarter" idx="12"/>
          </p:nvPr>
        </p:nvSpPr>
        <p:spPr>
          <a:xfrm>
            <a:off x="1" y="609600"/>
            <a:ext cx="760412" cy="381000"/>
          </a:xfrm>
        </p:spPr>
        <p:txBody>
          <a:bodyPr/>
          <a:lstStyle>
            <a:lvl1pPr algn="ctr">
              <a:defRPr sz="2400" b="1"/>
            </a:lvl1pPr>
          </a:lstStyle>
          <a:p>
            <a:fld id="{AAEAE4A8-A6E5-453E-B946-FB774B73F48C}" type="slidenum">
              <a:rPr lang="en-US" smtClean="0"/>
              <a:pPr/>
              <a:t>‹#›</a:t>
            </a:fld>
            <a:endParaRPr lang="en-US" dirty="0"/>
          </a:p>
        </p:txBody>
      </p:sp>
      <p:sp>
        <p:nvSpPr>
          <p:cNvPr id="17" name="Footer Placeholder 4">
            <a:extLst>
              <a:ext uri="{FF2B5EF4-FFF2-40B4-BE49-F238E27FC236}">
                <a16:creationId xmlns:a16="http://schemas.microsoft.com/office/drawing/2014/main" id="{A583352B-64D3-C6FC-B554-91866CBEBCC2}"/>
              </a:ext>
            </a:extLst>
          </p:cNvPr>
          <p:cNvSpPr>
            <a:spLocks noGrp="1"/>
          </p:cNvSpPr>
          <p:nvPr>
            <p:ph type="ftr" sz="quarter" idx="3"/>
          </p:nvPr>
        </p:nvSpPr>
        <p:spPr>
          <a:xfrm rot="16200000">
            <a:off x="-1829595" y="2591593"/>
            <a:ext cx="4419600" cy="760414"/>
          </a:xfrm>
          <a:prstGeom prst="rect">
            <a:avLst/>
          </a:prstGeom>
        </p:spPr>
        <p:txBody>
          <a:bodyPr vert="horz" lIns="91440" tIns="45720" rIns="91440" bIns="45720" rtlCol="0" anchor="ctr"/>
          <a:lstStyle>
            <a:lvl1pPr algn="ctr">
              <a:defRPr lang="en-US" sz="1400" b="0" kern="1200" spc="100" baseline="0" dirty="0">
                <a:solidFill>
                  <a:schemeClr val="tx1"/>
                </a:solidFill>
                <a:latin typeface="+mn-lt"/>
                <a:ea typeface="+mn-ea"/>
                <a:cs typeface="+mn-cs"/>
              </a:defRPr>
            </a:lvl1pPr>
          </a:lstStyle>
          <a:p>
            <a:endParaRPr lang="en-US" dirty="0"/>
          </a:p>
        </p:txBody>
      </p:sp>
      <p:sp>
        <p:nvSpPr>
          <p:cNvPr id="6" name="Date Placeholder 3">
            <a:extLst>
              <a:ext uri="{FF2B5EF4-FFF2-40B4-BE49-F238E27FC236}">
                <a16:creationId xmlns:a16="http://schemas.microsoft.com/office/drawing/2014/main" id="{647C9D80-85BC-5E0B-E24A-6217CFE72A9F}"/>
              </a:ext>
            </a:extLst>
          </p:cNvPr>
          <p:cNvSpPr>
            <a:spLocks noGrp="1"/>
          </p:cNvSpPr>
          <p:nvPr>
            <p:ph type="dt" sz="half" idx="2"/>
          </p:nvPr>
        </p:nvSpPr>
        <p:spPr>
          <a:xfrm rot="16200000">
            <a:off x="-229393" y="5258593"/>
            <a:ext cx="1219200" cy="760414"/>
          </a:xfrm>
          <a:prstGeom prst="rect">
            <a:avLst/>
          </a:prstGeom>
        </p:spPr>
        <p:txBody>
          <a:bodyPr vert="horz" lIns="91440" tIns="45720" rIns="91440" bIns="45720" rtlCol="0" anchor="ctr"/>
          <a:lstStyle>
            <a:lvl1pPr algn="l">
              <a:defRPr sz="1400" b="0" spc="100" baseline="0">
                <a:solidFill>
                  <a:schemeClr val="tx1"/>
                </a:solidFill>
              </a:defRPr>
            </a:lvl1pPr>
          </a:lstStyle>
          <a:p>
            <a:endParaRPr lang="en-US" dirty="0"/>
          </a:p>
        </p:txBody>
      </p:sp>
      <p:sp>
        <p:nvSpPr>
          <p:cNvPr id="12" name="Content Placeholder 2">
            <a:extLst>
              <a:ext uri="{FF2B5EF4-FFF2-40B4-BE49-F238E27FC236}">
                <a16:creationId xmlns:a16="http://schemas.microsoft.com/office/drawing/2014/main" id="{20038AE2-F2EF-FEA5-D6B4-5C539A25221E}"/>
              </a:ext>
            </a:extLst>
          </p:cNvPr>
          <p:cNvSpPr>
            <a:spLocks noGrp="1"/>
          </p:cNvSpPr>
          <p:nvPr>
            <p:ph idx="1"/>
          </p:nvPr>
        </p:nvSpPr>
        <p:spPr>
          <a:xfrm>
            <a:off x="1311274" y="2286000"/>
            <a:ext cx="4572000" cy="3962400"/>
          </a:xfrm>
        </p:spPr>
        <p:txBody>
          <a:bodyPr>
            <a:normAutofit/>
          </a:bodyPr>
          <a:lstStyle>
            <a:lvl1pPr marL="45720" indent="0">
              <a:lnSpc>
                <a:spcPct val="110000"/>
              </a:lnSpc>
              <a:buNone/>
              <a:defRPr lang="en-US" sz="1800" b="1" kern="1200" dirty="0">
                <a:solidFill>
                  <a:schemeClr val="tx1">
                    <a:lumMod val="85000"/>
                    <a:lumOff val="15000"/>
                  </a:schemeClr>
                </a:solidFill>
                <a:latin typeface="+mn-lt"/>
                <a:ea typeface="+mn-lt"/>
                <a:cs typeface="+mn-lt"/>
              </a:defRPr>
            </a:lvl1pPr>
            <a:lvl2pPr marL="331470" indent="-285750">
              <a:lnSpc>
                <a:spcPct val="110000"/>
              </a:lnSpc>
              <a:spcBef>
                <a:spcPts val="1800"/>
              </a:spcBef>
              <a:buFont typeface="Arial" panose="020B0604020202020204" pitchFamily="34" charset="0"/>
              <a:buChar char="•"/>
              <a:defRPr lang="en-US" sz="1800" kern="1200" dirty="0">
                <a:solidFill>
                  <a:schemeClr val="tx1">
                    <a:lumMod val="85000"/>
                    <a:lumOff val="15000"/>
                  </a:schemeClr>
                </a:solidFill>
                <a:latin typeface="+mn-lt"/>
                <a:ea typeface="+mn-lt"/>
                <a:cs typeface="+mn-lt"/>
              </a:defRPr>
            </a:lvl2pPr>
            <a:lvl3pPr marL="594360" indent="-228600">
              <a:lnSpc>
                <a:spcPct val="110000"/>
              </a:lnSpc>
              <a:buFont typeface="Arial" panose="020B0604020202020204" pitchFamily="34" charset="0"/>
              <a:buChar char="•"/>
              <a:defRPr lang="en-US" sz="1800" kern="1200" dirty="0">
                <a:solidFill>
                  <a:schemeClr val="tx1">
                    <a:lumMod val="85000"/>
                    <a:lumOff val="15000"/>
                  </a:schemeClr>
                </a:solidFill>
                <a:latin typeface="+mn-lt"/>
                <a:ea typeface="+mn-lt"/>
                <a:cs typeface="+mn-lt"/>
              </a:defRPr>
            </a:lvl3pPr>
            <a:lvl4pPr marL="777240" indent="-228600">
              <a:lnSpc>
                <a:spcPct val="110000"/>
              </a:lnSpc>
              <a:buFont typeface="Arial" panose="020B0604020202020204" pitchFamily="34" charset="0"/>
              <a:buChar char="•"/>
              <a:defRPr lang="en-US" sz="1800" kern="1200" dirty="0">
                <a:solidFill>
                  <a:schemeClr val="tx1">
                    <a:lumMod val="85000"/>
                    <a:lumOff val="15000"/>
                  </a:schemeClr>
                </a:solidFill>
                <a:latin typeface="+mn-lt"/>
                <a:ea typeface="+mn-lt"/>
                <a:cs typeface="+mn-lt"/>
              </a:defRPr>
            </a:lvl4pPr>
            <a:lvl5pPr marL="960120" indent="-228600">
              <a:lnSpc>
                <a:spcPct val="110000"/>
              </a:lnSpc>
              <a:buFont typeface="Arial" panose="020B0604020202020204" pitchFamily="34" charset="0"/>
              <a:buChar char="•"/>
              <a:defRPr sz="1800" kern="1200" dirty="0">
                <a:solidFill>
                  <a:schemeClr val="tx1">
                    <a:lumMod val="85000"/>
                    <a:lumOff val="15000"/>
                  </a:schemeClr>
                </a:solidFill>
                <a:latin typeface="+mn-lt"/>
                <a:ea typeface="+mn-lt"/>
                <a:cs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9" name="Table Placeholder 8">
            <a:extLst>
              <a:ext uri="{FF2B5EF4-FFF2-40B4-BE49-F238E27FC236}">
                <a16:creationId xmlns:a16="http://schemas.microsoft.com/office/drawing/2014/main" id="{6EA47FDD-142D-1BE6-8057-A6CC1A71222C}"/>
              </a:ext>
            </a:extLst>
          </p:cNvPr>
          <p:cNvSpPr>
            <a:spLocks noGrp="1"/>
          </p:cNvSpPr>
          <p:nvPr>
            <p:ph type="tbl" sz="quarter" idx="13"/>
          </p:nvPr>
        </p:nvSpPr>
        <p:spPr>
          <a:xfrm>
            <a:off x="6094413" y="2286000"/>
            <a:ext cx="5558794" cy="3962400"/>
          </a:xfrm>
        </p:spPr>
        <p:txBody>
          <a:bodyPr/>
          <a:lstStyle>
            <a:lvl1pPr marL="45720" indent="0">
              <a:buNone/>
              <a:defRPr/>
            </a:lvl1pPr>
          </a:lstStyle>
          <a:p>
            <a:r>
              <a:rPr lang="en-US"/>
              <a:t>Click icon to add table</a:t>
            </a:r>
            <a:endParaRPr lang="en-US" dirty="0"/>
          </a:p>
        </p:txBody>
      </p:sp>
    </p:spTree>
    <p:extLst>
      <p:ext uri="{BB962C8B-B14F-4D97-AF65-F5344CB8AC3E}">
        <p14:creationId xmlns:p14="http://schemas.microsoft.com/office/powerpoint/2010/main" val="2050394688"/>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able">
    <p:bg>
      <p:bgRef idx="1001">
        <a:schemeClr val="bg1"/>
      </p:bgRef>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BE2E1990-ECE7-FA08-4966-BE3109399672}"/>
              </a:ext>
            </a:extLst>
          </p:cNvPr>
          <p:cNvSpPr/>
          <p:nvPr userDrawn="1"/>
        </p:nvSpPr>
        <p:spPr>
          <a:xfrm>
            <a:off x="7026044" y="0"/>
            <a:ext cx="4461334" cy="1981200"/>
          </a:xfrm>
          <a:custGeom>
            <a:avLst/>
            <a:gdLst>
              <a:gd name="connsiteX0" fmla="*/ 0 w 4461334"/>
              <a:gd name="connsiteY0" fmla="*/ 0 h 1981200"/>
              <a:gd name="connsiteX1" fmla="*/ 4461334 w 4461334"/>
              <a:gd name="connsiteY1" fmla="*/ 0 h 1981200"/>
              <a:gd name="connsiteX2" fmla="*/ 4432897 w 4461334"/>
              <a:gd name="connsiteY2" fmla="*/ 186331 h 1981200"/>
              <a:gd name="connsiteX3" fmla="*/ 2230667 w 4461334"/>
              <a:gd name="connsiteY3" fmla="*/ 1981200 h 1981200"/>
              <a:gd name="connsiteX4" fmla="*/ 28437 w 4461334"/>
              <a:gd name="connsiteY4" fmla="*/ 186331 h 1981200"/>
              <a:gd name="connsiteX5" fmla="*/ 0 w 4461334"/>
              <a:gd name="connsiteY5" fmla="*/ 0 h 1981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61334" h="1981200">
                <a:moveTo>
                  <a:pt x="0" y="0"/>
                </a:moveTo>
                <a:lnTo>
                  <a:pt x="4461334" y="0"/>
                </a:lnTo>
                <a:lnTo>
                  <a:pt x="4432897" y="186331"/>
                </a:lnTo>
                <a:cubicBezTo>
                  <a:pt x="4223288" y="1210661"/>
                  <a:pt x="3316962" y="1981200"/>
                  <a:pt x="2230667" y="1981200"/>
                </a:cubicBezTo>
                <a:cubicBezTo>
                  <a:pt x="1144372" y="1981200"/>
                  <a:pt x="238046" y="1210661"/>
                  <a:pt x="28437" y="186331"/>
                </a:cubicBezTo>
                <a:lnTo>
                  <a:pt x="0" y="0"/>
                </a:lnTo>
                <a:close/>
              </a:path>
            </a:pathLst>
          </a:cu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lvl="0" algn="ctr"/>
            <a:endParaRPr lang="en-US" dirty="0"/>
          </a:p>
        </p:txBody>
      </p:sp>
      <p:sp>
        <p:nvSpPr>
          <p:cNvPr id="3" name="Rectangle 2">
            <a:extLst>
              <a:ext uri="{FF2B5EF4-FFF2-40B4-BE49-F238E27FC236}">
                <a16:creationId xmlns:a16="http://schemas.microsoft.com/office/drawing/2014/main" id="{BE1D9EB0-EE8E-A9E8-9583-2D924EFA65AF}"/>
              </a:ext>
            </a:extLst>
          </p:cNvPr>
          <p:cNvSpPr/>
          <p:nvPr userDrawn="1"/>
        </p:nvSpPr>
        <p:spPr>
          <a:xfrm>
            <a:off x="0" y="0"/>
            <a:ext cx="760412" cy="6858000"/>
          </a:xfrm>
          <a:prstGeom prst="rect">
            <a:avLst/>
          </a:prstGeom>
          <a:solidFill>
            <a:schemeClr val="bg1"/>
          </a:solidFill>
          <a:ln>
            <a:noFill/>
          </a:ln>
          <a:effectLst>
            <a:outerShdw blurRad="127000" sx="102000" sy="102000" algn="ctr" rotWithShape="0">
              <a:prstClr val="black">
                <a:alpha val="10000"/>
              </a:prstClr>
            </a:outerShdw>
          </a:effectLst>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sp>
        <p:nvSpPr>
          <p:cNvPr id="7" name="Title 1">
            <a:extLst>
              <a:ext uri="{FF2B5EF4-FFF2-40B4-BE49-F238E27FC236}">
                <a16:creationId xmlns:a16="http://schemas.microsoft.com/office/drawing/2014/main" id="{FAC00260-F255-D312-3E7C-329EECDFDEE7}"/>
              </a:ext>
            </a:extLst>
          </p:cNvPr>
          <p:cNvSpPr>
            <a:spLocks noGrp="1"/>
          </p:cNvSpPr>
          <p:nvPr>
            <p:ph type="title"/>
          </p:nvPr>
        </p:nvSpPr>
        <p:spPr>
          <a:xfrm>
            <a:off x="1293812" y="609600"/>
            <a:ext cx="4914900" cy="1447800"/>
          </a:xfrm>
        </p:spPr>
        <p:txBody>
          <a:bodyPr anchor="t">
            <a:normAutofit/>
          </a:bodyPr>
          <a:lstStyle>
            <a:lvl1pPr>
              <a:defRPr sz="3200" b="1" kern="1200" dirty="0">
                <a:solidFill>
                  <a:schemeClr val="tx1">
                    <a:lumMod val="85000"/>
                    <a:lumOff val="15000"/>
                  </a:schemeClr>
                </a:solidFill>
                <a:latin typeface="+mj-lt"/>
                <a:ea typeface="+mj-ea"/>
                <a:cs typeface="+mj-cs"/>
              </a:defRPr>
            </a:lvl1pPr>
          </a:lstStyle>
          <a:p>
            <a:r>
              <a:rPr lang="en-US"/>
              <a:t>Click to edit Master title style</a:t>
            </a:r>
            <a:endParaRPr dirty="0"/>
          </a:p>
        </p:txBody>
      </p:sp>
      <p:sp>
        <p:nvSpPr>
          <p:cNvPr id="6" name="Slide Number Placeholder 5">
            <a:extLst>
              <a:ext uri="{FF2B5EF4-FFF2-40B4-BE49-F238E27FC236}">
                <a16:creationId xmlns:a16="http://schemas.microsoft.com/office/drawing/2014/main" id="{3C9C7904-6373-06D6-713A-79D78DD61545}"/>
              </a:ext>
            </a:extLst>
          </p:cNvPr>
          <p:cNvSpPr>
            <a:spLocks noGrp="1"/>
          </p:cNvSpPr>
          <p:nvPr>
            <p:ph type="sldNum" sz="quarter" idx="12"/>
          </p:nvPr>
        </p:nvSpPr>
        <p:spPr>
          <a:xfrm>
            <a:off x="1" y="609600"/>
            <a:ext cx="760412" cy="381000"/>
          </a:xfrm>
        </p:spPr>
        <p:txBody>
          <a:bodyPr/>
          <a:lstStyle>
            <a:lvl1pPr algn="ctr">
              <a:defRPr sz="2400" b="1"/>
            </a:lvl1pPr>
          </a:lstStyle>
          <a:p>
            <a:fld id="{AAEAE4A8-A6E5-453E-B946-FB774B73F48C}" type="slidenum">
              <a:rPr lang="en-US" smtClean="0"/>
              <a:pPr/>
              <a:t>‹#›</a:t>
            </a:fld>
            <a:endParaRPr lang="en-US" dirty="0"/>
          </a:p>
        </p:txBody>
      </p:sp>
      <p:sp>
        <p:nvSpPr>
          <p:cNvPr id="16" name="Footer Placeholder 4">
            <a:extLst>
              <a:ext uri="{FF2B5EF4-FFF2-40B4-BE49-F238E27FC236}">
                <a16:creationId xmlns:a16="http://schemas.microsoft.com/office/drawing/2014/main" id="{0583D396-7FDF-332F-BEA4-791452AB13E8}"/>
              </a:ext>
            </a:extLst>
          </p:cNvPr>
          <p:cNvSpPr>
            <a:spLocks noGrp="1"/>
          </p:cNvSpPr>
          <p:nvPr>
            <p:ph type="ftr" sz="quarter" idx="3"/>
          </p:nvPr>
        </p:nvSpPr>
        <p:spPr>
          <a:xfrm rot="16200000">
            <a:off x="-1829595" y="2591593"/>
            <a:ext cx="4419600" cy="760414"/>
          </a:xfrm>
          <a:prstGeom prst="rect">
            <a:avLst/>
          </a:prstGeom>
        </p:spPr>
        <p:txBody>
          <a:bodyPr vert="horz" lIns="91440" tIns="45720" rIns="91440" bIns="45720" rtlCol="0" anchor="ctr"/>
          <a:lstStyle>
            <a:lvl1pPr algn="ctr">
              <a:defRPr lang="en-US" sz="1400" b="0" kern="1200" spc="100" baseline="0" dirty="0">
                <a:solidFill>
                  <a:schemeClr val="tx1"/>
                </a:solidFill>
                <a:latin typeface="+mn-lt"/>
                <a:ea typeface="+mn-ea"/>
                <a:cs typeface="+mn-cs"/>
              </a:defRPr>
            </a:lvl1pPr>
          </a:lstStyle>
          <a:p>
            <a:endParaRPr lang="en-US" dirty="0"/>
          </a:p>
        </p:txBody>
      </p:sp>
      <p:sp>
        <p:nvSpPr>
          <p:cNvPr id="8" name="Date Placeholder 3">
            <a:extLst>
              <a:ext uri="{FF2B5EF4-FFF2-40B4-BE49-F238E27FC236}">
                <a16:creationId xmlns:a16="http://schemas.microsoft.com/office/drawing/2014/main" id="{157FA249-0BE5-21BF-D816-85FBE6C4BD10}"/>
              </a:ext>
            </a:extLst>
          </p:cNvPr>
          <p:cNvSpPr>
            <a:spLocks noGrp="1"/>
          </p:cNvSpPr>
          <p:nvPr>
            <p:ph type="dt" sz="half" idx="2"/>
          </p:nvPr>
        </p:nvSpPr>
        <p:spPr>
          <a:xfrm rot="16200000">
            <a:off x="-229393" y="5258593"/>
            <a:ext cx="1219200" cy="760414"/>
          </a:xfrm>
          <a:prstGeom prst="rect">
            <a:avLst/>
          </a:prstGeom>
        </p:spPr>
        <p:txBody>
          <a:bodyPr vert="horz" lIns="91440" tIns="45720" rIns="91440" bIns="45720" rtlCol="0" anchor="ctr"/>
          <a:lstStyle>
            <a:lvl1pPr algn="l">
              <a:defRPr sz="1400" b="0" spc="100" baseline="0">
                <a:solidFill>
                  <a:schemeClr val="tx1"/>
                </a:solidFill>
              </a:defRPr>
            </a:lvl1pPr>
          </a:lstStyle>
          <a:p>
            <a:endParaRPr lang="en-US" dirty="0"/>
          </a:p>
        </p:txBody>
      </p:sp>
      <p:sp>
        <p:nvSpPr>
          <p:cNvPr id="4" name="Table Placeholder 3">
            <a:extLst>
              <a:ext uri="{FF2B5EF4-FFF2-40B4-BE49-F238E27FC236}">
                <a16:creationId xmlns:a16="http://schemas.microsoft.com/office/drawing/2014/main" id="{FD06F443-9595-7420-13F2-7AF883FDE5E1}"/>
              </a:ext>
            </a:extLst>
          </p:cNvPr>
          <p:cNvSpPr>
            <a:spLocks noGrp="1"/>
          </p:cNvSpPr>
          <p:nvPr>
            <p:ph type="tbl" sz="quarter" idx="14"/>
          </p:nvPr>
        </p:nvSpPr>
        <p:spPr>
          <a:xfrm>
            <a:off x="1293811" y="2743200"/>
            <a:ext cx="10134601" cy="3505200"/>
          </a:xfrm>
        </p:spPr>
        <p:txBody>
          <a:bodyPr/>
          <a:lstStyle>
            <a:lvl1pPr>
              <a:defRPr>
                <a:solidFill>
                  <a:schemeClr val="tx1">
                    <a:lumMod val="85000"/>
                    <a:lumOff val="15000"/>
                  </a:schemeClr>
                </a:solidFill>
              </a:defRPr>
            </a:lvl1pPr>
          </a:lstStyle>
          <a:p>
            <a:r>
              <a:rPr lang="en-US"/>
              <a:t>Click icon to add table</a:t>
            </a:r>
            <a:endParaRPr lang="en-US" dirty="0"/>
          </a:p>
        </p:txBody>
      </p:sp>
    </p:spTree>
    <p:extLst>
      <p:ext uri="{BB962C8B-B14F-4D97-AF65-F5344CB8AC3E}">
        <p14:creationId xmlns:p14="http://schemas.microsoft.com/office/powerpoint/2010/main" val="700917186"/>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1">
    <p:bg>
      <p:bgRef idx="1001">
        <a:schemeClr val="bg1"/>
      </p:bgRef>
    </p:bg>
    <p:spTree>
      <p:nvGrpSpPr>
        <p:cNvPr id="1" name=""/>
        <p:cNvGrpSpPr/>
        <p:nvPr/>
      </p:nvGrpSpPr>
      <p:grpSpPr>
        <a:xfrm>
          <a:off x="0" y="0"/>
          <a:ext cx="0" cy="0"/>
          <a:chOff x="0" y="0"/>
          <a:chExt cx="0" cy="0"/>
        </a:xfrm>
      </p:grpSpPr>
      <p:sp>
        <p:nvSpPr>
          <p:cNvPr id="17" name="Freeform: Shape 16">
            <a:extLst>
              <a:ext uri="{FF2B5EF4-FFF2-40B4-BE49-F238E27FC236}">
                <a16:creationId xmlns:a16="http://schemas.microsoft.com/office/drawing/2014/main" id="{B6A45E1A-7551-6F54-D038-074B58A3B73E}"/>
              </a:ext>
            </a:extLst>
          </p:cNvPr>
          <p:cNvSpPr/>
          <p:nvPr userDrawn="1"/>
        </p:nvSpPr>
        <p:spPr>
          <a:xfrm>
            <a:off x="7026044" y="0"/>
            <a:ext cx="4461334" cy="1981200"/>
          </a:xfrm>
          <a:custGeom>
            <a:avLst/>
            <a:gdLst>
              <a:gd name="connsiteX0" fmla="*/ 0 w 4461334"/>
              <a:gd name="connsiteY0" fmla="*/ 0 h 1981200"/>
              <a:gd name="connsiteX1" fmla="*/ 4461334 w 4461334"/>
              <a:gd name="connsiteY1" fmla="*/ 0 h 1981200"/>
              <a:gd name="connsiteX2" fmla="*/ 4432897 w 4461334"/>
              <a:gd name="connsiteY2" fmla="*/ 186331 h 1981200"/>
              <a:gd name="connsiteX3" fmla="*/ 2230667 w 4461334"/>
              <a:gd name="connsiteY3" fmla="*/ 1981200 h 1981200"/>
              <a:gd name="connsiteX4" fmla="*/ 28437 w 4461334"/>
              <a:gd name="connsiteY4" fmla="*/ 186331 h 1981200"/>
              <a:gd name="connsiteX5" fmla="*/ 0 w 4461334"/>
              <a:gd name="connsiteY5" fmla="*/ 0 h 1981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61334" h="1981200">
                <a:moveTo>
                  <a:pt x="0" y="0"/>
                </a:moveTo>
                <a:lnTo>
                  <a:pt x="4461334" y="0"/>
                </a:lnTo>
                <a:lnTo>
                  <a:pt x="4432897" y="186331"/>
                </a:lnTo>
                <a:cubicBezTo>
                  <a:pt x="4223288" y="1210661"/>
                  <a:pt x="3316962" y="1981200"/>
                  <a:pt x="2230667" y="1981200"/>
                </a:cubicBezTo>
                <a:cubicBezTo>
                  <a:pt x="1144372" y="1981200"/>
                  <a:pt x="238046" y="1210661"/>
                  <a:pt x="28437" y="186331"/>
                </a:cubicBezTo>
                <a:lnTo>
                  <a:pt x="0" y="0"/>
                </a:lnTo>
                <a:close/>
              </a:path>
            </a:pathLst>
          </a:cu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lvl="0" algn="ctr"/>
            <a:endParaRPr lang="en-US" dirty="0"/>
          </a:p>
        </p:txBody>
      </p:sp>
      <p:sp>
        <p:nvSpPr>
          <p:cNvPr id="2" name="Rectangle 1">
            <a:extLst>
              <a:ext uri="{FF2B5EF4-FFF2-40B4-BE49-F238E27FC236}">
                <a16:creationId xmlns:a16="http://schemas.microsoft.com/office/drawing/2014/main" id="{F75C97BE-6AF8-5928-B560-739552D148BA}"/>
              </a:ext>
            </a:extLst>
          </p:cNvPr>
          <p:cNvSpPr/>
          <p:nvPr userDrawn="1"/>
        </p:nvSpPr>
        <p:spPr>
          <a:xfrm>
            <a:off x="0" y="0"/>
            <a:ext cx="760412" cy="6858000"/>
          </a:xfrm>
          <a:prstGeom prst="rect">
            <a:avLst/>
          </a:prstGeom>
          <a:solidFill>
            <a:schemeClr val="bg1"/>
          </a:solidFill>
          <a:ln>
            <a:noFill/>
          </a:ln>
          <a:effectLst>
            <a:outerShdw blurRad="127000" sx="102000" sy="102000" algn="ctr" rotWithShape="0">
              <a:prstClr val="black">
                <a:alpha val="10000"/>
              </a:prstClr>
            </a:outerShdw>
          </a:effectLst>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sp>
        <p:nvSpPr>
          <p:cNvPr id="6" name="Cross 5">
            <a:extLst>
              <a:ext uri="{FF2B5EF4-FFF2-40B4-BE49-F238E27FC236}">
                <a16:creationId xmlns:a16="http://schemas.microsoft.com/office/drawing/2014/main" id="{049F4FA0-ECA1-9CE1-60CD-491656F225D3}"/>
              </a:ext>
            </a:extLst>
          </p:cNvPr>
          <p:cNvSpPr/>
          <p:nvPr userDrawn="1"/>
        </p:nvSpPr>
        <p:spPr>
          <a:xfrm>
            <a:off x="6683143" y="1397000"/>
            <a:ext cx="685800" cy="685800"/>
          </a:xfrm>
          <a:prstGeom prst="plus">
            <a:avLst>
              <a:gd name="adj" fmla="val 39796"/>
            </a:avLst>
          </a:pr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lvl="0" algn="ctr"/>
            <a:endParaRPr lang="en-US" dirty="0"/>
          </a:p>
        </p:txBody>
      </p:sp>
      <p:sp>
        <p:nvSpPr>
          <p:cNvPr id="7" name="Cross 6">
            <a:extLst>
              <a:ext uri="{FF2B5EF4-FFF2-40B4-BE49-F238E27FC236}">
                <a16:creationId xmlns:a16="http://schemas.microsoft.com/office/drawing/2014/main" id="{E0F6845B-3635-28EA-BA6E-5535FE48E8B0}"/>
              </a:ext>
            </a:extLst>
          </p:cNvPr>
          <p:cNvSpPr/>
          <p:nvPr userDrawn="1"/>
        </p:nvSpPr>
        <p:spPr>
          <a:xfrm>
            <a:off x="11085513" y="5638800"/>
            <a:ext cx="685800" cy="685800"/>
          </a:xfrm>
          <a:prstGeom prst="plus">
            <a:avLst>
              <a:gd name="adj" fmla="val 39796"/>
            </a:avLst>
          </a:pr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lvl="0" algn="ctr"/>
            <a:endParaRPr lang="en-US" dirty="0"/>
          </a:p>
        </p:txBody>
      </p:sp>
      <p:sp>
        <p:nvSpPr>
          <p:cNvPr id="11" name="Title 1">
            <a:extLst>
              <a:ext uri="{FF2B5EF4-FFF2-40B4-BE49-F238E27FC236}">
                <a16:creationId xmlns:a16="http://schemas.microsoft.com/office/drawing/2014/main" id="{D1B5BD44-F42D-3B65-BB68-E5C76C4E06BA}"/>
              </a:ext>
            </a:extLst>
          </p:cNvPr>
          <p:cNvSpPr>
            <a:spLocks noGrp="1"/>
          </p:cNvSpPr>
          <p:nvPr>
            <p:ph type="title"/>
          </p:nvPr>
        </p:nvSpPr>
        <p:spPr>
          <a:xfrm>
            <a:off x="1293812" y="609600"/>
            <a:ext cx="4914900" cy="1447800"/>
          </a:xfrm>
        </p:spPr>
        <p:txBody>
          <a:bodyPr anchor="t">
            <a:normAutofit/>
          </a:bodyPr>
          <a:lstStyle>
            <a:lvl1pPr>
              <a:defRPr sz="3200" b="1" kern="1200" dirty="0">
                <a:solidFill>
                  <a:schemeClr val="tx1">
                    <a:lumMod val="85000"/>
                    <a:lumOff val="15000"/>
                  </a:schemeClr>
                </a:solidFill>
                <a:latin typeface="+mj-lt"/>
                <a:ea typeface="+mj-ea"/>
                <a:cs typeface="+mj-cs"/>
              </a:defRPr>
            </a:lvl1pPr>
          </a:lstStyle>
          <a:p>
            <a:r>
              <a:rPr lang="en-US"/>
              <a:t>Click to edit Master title style</a:t>
            </a:r>
            <a:endParaRPr dirty="0"/>
          </a:p>
        </p:txBody>
      </p:sp>
      <p:sp>
        <p:nvSpPr>
          <p:cNvPr id="9" name="Slide Number Placeholder 5">
            <a:extLst>
              <a:ext uri="{FF2B5EF4-FFF2-40B4-BE49-F238E27FC236}">
                <a16:creationId xmlns:a16="http://schemas.microsoft.com/office/drawing/2014/main" id="{E6F22956-4B4B-B972-CE6C-282D1D591845}"/>
              </a:ext>
            </a:extLst>
          </p:cNvPr>
          <p:cNvSpPr>
            <a:spLocks noGrp="1"/>
          </p:cNvSpPr>
          <p:nvPr>
            <p:ph type="sldNum" sz="quarter" idx="12"/>
          </p:nvPr>
        </p:nvSpPr>
        <p:spPr>
          <a:xfrm>
            <a:off x="1" y="609600"/>
            <a:ext cx="760412" cy="381000"/>
          </a:xfrm>
        </p:spPr>
        <p:txBody>
          <a:bodyPr/>
          <a:lstStyle>
            <a:lvl1pPr algn="ctr">
              <a:defRPr sz="2400" b="1"/>
            </a:lvl1pPr>
          </a:lstStyle>
          <a:p>
            <a:fld id="{AAEAE4A8-A6E5-453E-B946-FB774B73F48C}" type="slidenum">
              <a:rPr lang="en-US" smtClean="0"/>
              <a:pPr/>
              <a:t>‹#›</a:t>
            </a:fld>
            <a:endParaRPr lang="en-US" dirty="0"/>
          </a:p>
        </p:txBody>
      </p:sp>
      <p:sp>
        <p:nvSpPr>
          <p:cNvPr id="24" name="Footer Placeholder 4">
            <a:extLst>
              <a:ext uri="{FF2B5EF4-FFF2-40B4-BE49-F238E27FC236}">
                <a16:creationId xmlns:a16="http://schemas.microsoft.com/office/drawing/2014/main" id="{C319E7A6-A7BC-1FD9-6936-D83244A4083E}"/>
              </a:ext>
            </a:extLst>
          </p:cNvPr>
          <p:cNvSpPr>
            <a:spLocks noGrp="1"/>
          </p:cNvSpPr>
          <p:nvPr>
            <p:ph type="ftr" sz="quarter" idx="17"/>
          </p:nvPr>
        </p:nvSpPr>
        <p:spPr>
          <a:xfrm rot="16200000">
            <a:off x="-1829595" y="2591593"/>
            <a:ext cx="4419600" cy="760414"/>
          </a:xfrm>
          <a:prstGeom prst="rect">
            <a:avLst/>
          </a:prstGeom>
        </p:spPr>
        <p:txBody>
          <a:bodyPr vert="horz" lIns="91440" tIns="45720" rIns="91440" bIns="45720" rtlCol="0" anchor="ctr"/>
          <a:lstStyle>
            <a:lvl1pPr algn="ctr">
              <a:defRPr lang="en-US" sz="1400" b="0" kern="1200" spc="100" baseline="0" dirty="0">
                <a:solidFill>
                  <a:schemeClr val="tx1"/>
                </a:solidFill>
                <a:latin typeface="+mn-lt"/>
                <a:ea typeface="+mn-ea"/>
                <a:cs typeface="+mn-cs"/>
              </a:defRPr>
            </a:lvl1pPr>
          </a:lstStyle>
          <a:p>
            <a:endParaRPr lang="en-US" dirty="0"/>
          </a:p>
        </p:txBody>
      </p:sp>
      <p:sp>
        <p:nvSpPr>
          <p:cNvPr id="14" name="Date Placeholder 3">
            <a:extLst>
              <a:ext uri="{FF2B5EF4-FFF2-40B4-BE49-F238E27FC236}">
                <a16:creationId xmlns:a16="http://schemas.microsoft.com/office/drawing/2014/main" id="{2180FD49-43D5-4D47-7DA7-BF05B579F242}"/>
              </a:ext>
            </a:extLst>
          </p:cNvPr>
          <p:cNvSpPr>
            <a:spLocks noGrp="1"/>
          </p:cNvSpPr>
          <p:nvPr>
            <p:ph type="dt" sz="half" idx="2"/>
          </p:nvPr>
        </p:nvSpPr>
        <p:spPr>
          <a:xfrm rot="16200000">
            <a:off x="-229393" y="5258593"/>
            <a:ext cx="1219200" cy="760414"/>
          </a:xfrm>
          <a:prstGeom prst="rect">
            <a:avLst/>
          </a:prstGeom>
        </p:spPr>
        <p:txBody>
          <a:bodyPr vert="horz" lIns="91440" tIns="45720" rIns="91440" bIns="45720" rtlCol="0" anchor="ctr"/>
          <a:lstStyle>
            <a:lvl1pPr algn="l">
              <a:defRPr sz="1400" b="0" spc="100" baseline="0">
                <a:solidFill>
                  <a:schemeClr val="tx1"/>
                </a:solidFill>
              </a:defRPr>
            </a:lvl1pPr>
          </a:lstStyle>
          <a:p>
            <a:endParaRPr lang="en-US" dirty="0"/>
          </a:p>
        </p:txBody>
      </p:sp>
      <p:sp>
        <p:nvSpPr>
          <p:cNvPr id="12" name="Content Placeholder 2">
            <a:extLst>
              <a:ext uri="{FF2B5EF4-FFF2-40B4-BE49-F238E27FC236}">
                <a16:creationId xmlns:a16="http://schemas.microsoft.com/office/drawing/2014/main" id="{F11B92F8-C070-2CE8-09EC-DAB8F879C213}"/>
              </a:ext>
            </a:extLst>
          </p:cNvPr>
          <p:cNvSpPr>
            <a:spLocks noGrp="1"/>
          </p:cNvSpPr>
          <p:nvPr>
            <p:ph idx="13"/>
          </p:nvPr>
        </p:nvSpPr>
        <p:spPr>
          <a:xfrm>
            <a:off x="1293812" y="2438400"/>
            <a:ext cx="4911725" cy="4114799"/>
          </a:xfrm>
        </p:spPr>
        <p:txBody>
          <a:bodyPr>
            <a:normAutofit/>
          </a:bodyPr>
          <a:lstStyle>
            <a:lvl1pPr>
              <a:lnSpc>
                <a:spcPct val="110000"/>
              </a:lnSpc>
              <a:defRPr lang="en-US" sz="1800" kern="1200" dirty="0">
                <a:solidFill>
                  <a:schemeClr val="tx1">
                    <a:lumMod val="85000"/>
                    <a:lumOff val="15000"/>
                  </a:schemeClr>
                </a:solidFill>
                <a:latin typeface="+mn-lt"/>
                <a:ea typeface="+mn-lt"/>
                <a:cs typeface="+mn-lt"/>
              </a:defRPr>
            </a:lvl1pPr>
            <a:lvl2pPr>
              <a:lnSpc>
                <a:spcPct val="110000"/>
              </a:lnSpc>
              <a:defRPr lang="en-US" sz="1800" kern="1200" dirty="0">
                <a:solidFill>
                  <a:schemeClr val="tx1">
                    <a:lumMod val="85000"/>
                    <a:lumOff val="15000"/>
                  </a:schemeClr>
                </a:solidFill>
                <a:latin typeface="+mn-lt"/>
                <a:ea typeface="+mn-lt"/>
                <a:cs typeface="+mn-lt"/>
              </a:defRPr>
            </a:lvl2pPr>
            <a:lvl3pPr>
              <a:lnSpc>
                <a:spcPct val="110000"/>
              </a:lnSpc>
              <a:defRPr lang="en-US" sz="1800" kern="1200" dirty="0">
                <a:solidFill>
                  <a:schemeClr val="tx1">
                    <a:lumMod val="85000"/>
                    <a:lumOff val="15000"/>
                  </a:schemeClr>
                </a:solidFill>
                <a:latin typeface="+mn-lt"/>
                <a:ea typeface="+mn-lt"/>
                <a:cs typeface="+mn-lt"/>
              </a:defRPr>
            </a:lvl3pPr>
            <a:lvl4pPr>
              <a:lnSpc>
                <a:spcPct val="110000"/>
              </a:lnSpc>
              <a:defRPr lang="en-US" sz="1800" kern="1200" dirty="0">
                <a:solidFill>
                  <a:schemeClr val="tx1">
                    <a:lumMod val="85000"/>
                    <a:lumOff val="15000"/>
                  </a:schemeClr>
                </a:solidFill>
                <a:latin typeface="+mn-lt"/>
                <a:ea typeface="+mn-lt"/>
                <a:cs typeface="+mn-lt"/>
              </a:defRPr>
            </a:lvl4pPr>
            <a:lvl5pPr>
              <a:lnSpc>
                <a:spcPct val="110000"/>
              </a:lnSpc>
              <a:defRPr sz="1800" kern="1200" dirty="0">
                <a:solidFill>
                  <a:schemeClr val="tx1">
                    <a:lumMod val="85000"/>
                    <a:lumOff val="15000"/>
                  </a:schemeClr>
                </a:solidFill>
                <a:latin typeface="+mn-lt"/>
                <a:ea typeface="+mn-lt"/>
                <a:cs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13" name="Content Placeholder 2">
            <a:extLst>
              <a:ext uri="{FF2B5EF4-FFF2-40B4-BE49-F238E27FC236}">
                <a16:creationId xmlns:a16="http://schemas.microsoft.com/office/drawing/2014/main" id="{7A79808F-B1FF-C536-B44F-59CEA545BFD5}"/>
              </a:ext>
            </a:extLst>
          </p:cNvPr>
          <p:cNvSpPr>
            <a:spLocks noGrp="1"/>
          </p:cNvSpPr>
          <p:nvPr>
            <p:ph idx="14"/>
          </p:nvPr>
        </p:nvSpPr>
        <p:spPr>
          <a:xfrm>
            <a:off x="6516689" y="2438400"/>
            <a:ext cx="4911725" cy="4114799"/>
          </a:xfrm>
        </p:spPr>
        <p:txBody>
          <a:bodyPr>
            <a:normAutofit/>
          </a:bodyPr>
          <a:lstStyle>
            <a:lvl1pPr>
              <a:lnSpc>
                <a:spcPct val="110000"/>
              </a:lnSpc>
              <a:defRPr lang="en-US" sz="1800" kern="1200" dirty="0">
                <a:solidFill>
                  <a:schemeClr val="tx1">
                    <a:lumMod val="85000"/>
                    <a:lumOff val="15000"/>
                  </a:schemeClr>
                </a:solidFill>
                <a:latin typeface="+mn-lt"/>
                <a:ea typeface="+mn-lt"/>
                <a:cs typeface="+mn-lt"/>
              </a:defRPr>
            </a:lvl1pPr>
            <a:lvl2pPr>
              <a:lnSpc>
                <a:spcPct val="110000"/>
              </a:lnSpc>
              <a:defRPr lang="en-US" sz="1800" kern="1200" dirty="0">
                <a:solidFill>
                  <a:schemeClr val="tx1">
                    <a:lumMod val="85000"/>
                    <a:lumOff val="15000"/>
                  </a:schemeClr>
                </a:solidFill>
                <a:latin typeface="+mn-lt"/>
                <a:ea typeface="+mn-lt"/>
                <a:cs typeface="+mn-lt"/>
              </a:defRPr>
            </a:lvl2pPr>
            <a:lvl3pPr>
              <a:lnSpc>
                <a:spcPct val="110000"/>
              </a:lnSpc>
              <a:defRPr lang="en-US" sz="1800" kern="1200" dirty="0">
                <a:solidFill>
                  <a:schemeClr val="tx1">
                    <a:lumMod val="85000"/>
                    <a:lumOff val="15000"/>
                  </a:schemeClr>
                </a:solidFill>
                <a:latin typeface="+mn-lt"/>
                <a:ea typeface="+mn-lt"/>
                <a:cs typeface="+mn-lt"/>
              </a:defRPr>
            </a:lvl3pPr>
            <a:lvl4pPr>
              <a:lnSpc>
                <a:spcPct val="110000"/>
              </a:lnSpc>
              <a:defRPr lang="en-US" sz="1800" kern="1200" dirty="0">
                <a:solidFill>
                  <a:schemeClr val="tx1">
                    <a:lumMod val="85000"/>
                    <a:lumOff val="15000"/>
                  </a:schemeClr>
                </a:solidFill>
                <a:latin typeface="+mn-lt"/>
                <a:ea typeface="+mn-lt"/>
                <a:cs typeface="+mn-lt"/>
              </a:defRPr>
            </a:lvl4pPr>
            <a:lvl5pPr>
              <a:lnSpc>
                <a:spcPct val="110000"/>
              </a:lnSpc>
              <a:defRPr sz="1800" kern="1200" dirty="0">
                <a:solidFill>
                  <a:schemeClr val="tx1">
                    <a:lumMod val="85000"/>
                    <a:lumOff val="15000"/>
                  </a:schemeClr>
                </a:solidFill>
                <a:latin typeface="+mn-lt"/>
                <a:ea typeface="+mn-lt"/>
                <a:cs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Tree>
    <p:extLst>
      <p:ext uri="{BB962C8B-B14F-4D97-AF65-F5344CB8AC3E}">
        <p14:creationId xmlns:p14="http://schemas.microsoft.com/office/powerpoint/2010/main" val="3301549117"/>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ntent 2">
    <p:bg>
      <p:bgRef idx="1001">
        <a:schemeClr val="bg1"/>
      </p:bgRef>
    </p:bg>
    <p:spTree>
      <p:nvGrpSpPr>
        <p:cNvPr id="1" name=""/>
        <p:cNvGrpSpPr/>
        <p:nvPr/>
      </p:nvGrpSpPr>
      <p:grpSpPr>
        <a:xfrm>
          <a:off x="0" y="0"/>
          <a:ext cx="0" cy="0"/>
          <a:chOff x="0" y="0"/>
          <a:chExt cx="0" cy="0"/>
        </a:xfrm>
      </p:grpSpPr>
      <p:sp>
        <p:nvSpPr>
          <p:cNvPr id="15" name="Freeform: Shape 14">
            <a:extLst>
              <a:ext uri="{FF2B5EF4-FFF2-40B4-BE49-F238E27FC236}">
                <a16:creationId xmlns:a16="http://schemas.microsoft.com/office/drawing/2014/main" id="{B09E2F69-D76D-62CD-4B4B-52AB2F720DE4}"/>
              </a:ext>
            </a:extLst>
          </p:cNvPr>
          <p:cNvSpPr/>
          <p:nvPr userDrawn="1"/>
        </p:nvSpPr>
        <p:spPr>
          <a:xfrm>
            <a:off x="9958158" y="0"/>
            <a:ext cx="2230666" cy="1981200"/>
          </a:xfrm>
          <a:custGeom>
            <a:avLst/>
            <a:gdLst>
              <a:gd name="connsiteX0" fmla="*/ 0 w 2230666"/>
              <a:gd name="connsiteY0" fmla="*/ 0 h 1981200"/>
              <a:gd name="connsiteX1" fmla="*/ 2230666 w 2230666"/>
              <a:gd name="connsiteY1" fmla="*/ 0 h 1981200"/>
              <a:gd name="connsiteX2" fmla="*/ 2230666 w 2230666"/>
              <a:gd name="connsiteY2" fmla="*/ 1981200 h 1981200"/>
              <a:gd name="connsiteX3" fmla="*/ 2029222 w 2230666"/>
              <a:gd name="connsiteY3" fmla="*/ 1972296 h 1981200"/>
              <a:gd name="connsiteX4" fmla="*/ 28437 w 2230666"/>
              <a:gd name="connsiteY4" fmla="*/ 186331 h 1981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0666" h="1981200">
                <a:moveTo>
                  <a:pt x="0" y="0"/>
                </a:moveTo>
                <a:lnTo>
                  <a:pt x="2230666" y="0"/>
                </a:lnTo>
                <a:lnTo>
                  <a:pt x="2230666" y="1981200"/>
                </a:lnTo>
                <a:lnTo>
                  <a:pt x="2029222" y="1972296"/>
                </a:lnTo>
                <a:cubicBezTo>
                  <a:pt x="1033803" y="1883891"/>
                  <a:pt x="224946" y="1146640"/>
                  <a:pt x="28437" y="186331"/>
                </a:cubicBezTo>
                <a:close/>
              </a:path>
            </a:pathLst>
          </a:cu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wrap="square" rtlCol="0" anchor="ctr">
            <a:noAutofit/>
          </a:bodyPr>
          <a:lstStyle/>
          <a:p>
            <a:pPr lvl="0" algn="ctr"/>
            <a:endParaRPr lang="en-US" dirty="0"/>
          </a:p>
        </p:txBody>
      </p:sp>
      <p:sp>
        <p:nvSpPr>
          <p:cNvPr id="2" name="Rectangle 1">
            <a:extLst>
              <a:ext uri="{FF2B5EF4-FFF2-40B4-BE49-F238E27FC236}">
                <a16:creationId xmlns:a16="http://schemas.microsoft.com/office/drawing/2014/main" id="{F75C97BE-6AF8-5928-B560-739552D148BA}"/>
              </a:ext>
            </a:extLst>
          </p:cNvPr>
          <p:cNvSpPr/>
          <p:nvPr userDrawn="1"/>
        </p:nvSpPr>
        <p:spPr>
          <a:xfrm>
            <a:off x="0" y="0"/>
            <a:ext cx="760412" cy="6858000"/>
          </a:xfrm>
          <a:prstGeom prst="rect">
            <a:avLst/>
          </a:prstGeom>
          <a:solidFill>
            <a:schemeClr val="bg1"/>
          </a:solidFill>
          <a:ln>
            <a:noFill/>
          </a:ln>
          <a:effectLst>
            <a:outerShdw blurRad="127000" sx="102000" sy="102000" algn="ctr" rotWithShape="0">
              <a:prstClr val="black">
                <a:alpha val="10000"/>
              </a:prstClr>
            </a:outerShdw>
          </a:effectLst>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sp>
        <p:nvSpPr>
          <p:cNvPr id="3" name="Cross 2">
            <a:extLst>
              <a:ext uri="{FF2B5EF4-FFF2-40B4-BE49-F238E27FC236}">
                <a16:creationId xmlns:a16="http://schemas.microsoft.com/office/drawing/2014/main" id="{A0041296-BAB4-9340-D4A7-59FD619AC52B}"/>
              </a:ext>
            </a:extLst>
          </p:cNvPr>
          <p:cNvSpPr/>
          <p:nvPr userDrawn="1"/>
        </p:nvSpPr>
        <p:spPr>
          <a:xfrm>
            <a:off x="7847012" y="381000"/>
            <a:ext cx="685800" cy="685800"/>
          </a:xfrm>
          <a:prstGeom prst="plus">
            <a:avLst>
              <a:gd name="adj" fmla="val 39796"/>
            </a:avLst>
          </a:pr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lvl="0" algn="ctr"/>
            <a:endParaRPr lang="en-US" dirty="0"/>
          </a:p>
        </p:txBody>
      </p:sp>
      <p:sp>
        <p:nvSpPr>
          <p:cNvPr id="5" name="Cross 4">
            <a:extLst>
              <a:ext uri="{FF2B5EF4-FFF2-40B4-BE49-F238E27FC236}">
                <a16:creationId xmlns:a16="http://schemas.microsoft.com/office/drawing/2014/main" id="{FFABB0BB-C379-786D-46F1-DEB6A507EA80}"/>
              </a:ext>
            </a:extLst>
          </p:cNvPr>
          <p:cNvSpPr/>
          <p:nvPr userDrawn="1"/>
        </p:nvSpPr>
        <p:spPr>
          <a:xfrm>
            <a:off x="8559685" y="1066800"/>
            <a:ext cx="685800" cy="685800"/>
          </a:xfrm>
          <a:prstGeom prst="plus">
            <a:avLst>
              <a:gd name="adj" fmla="val 39796"/>
            </a:avLst>
          </a:pr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lvl="0" algn="ctr"/>
            <a:endParaRPr lang="en-US" dirty="0"/>
          </a:p>
        </p:txBody>
      </p:sp>
      <p:sp>
        <p:nvSpPr>
          <p:cNvPr id="11" name="Title 1">
            <a:extLst>
              <a:ext uri="{FF2B5EF4-FFF2-40B4-BE49-F238E27FC236}">
                <a16:creationId xmlns:a16="http://schemas.microsoft.com/office/drawing/2014/main" id="{20BDC478-129E-9690-F10A-A1F679ABD6BD}"/>
              </a:ext>
            </a:extLst>
          </p:cNvPr>
          <p:cNvSpPr>
            <a:spLocks noGrp="1"/>
          </p:cNvSpPr>
          <p:nvPr>
            <p:ph type="title"/>
          </p:nvPr>
        </p:nvSpPr>
        <p:spPr>
          <a:xfrm>
            <a:off x="1293812" y="609600"/>
            <a:ext cx="4914900" cy="1447800"/>
          </a:xfrm>
        </p:spPr>
        <p:txBody>
          <a:bodyPr anchor="t">
            <a:normAutofit/>
          </a:bodyPr>
          <a:lstStyle>
            <a:lvl1pPr>
              <a:defRPr sz="3200" b="1" kern="1200" dirty="0">
                <a:solidFill>
                  <a:schemeClr val="tx1">
                    <a:lumMod val="85000"/>
                    <a:lumOff val="15000"/>
                  </a:schemeClr>
                </a:solidFill>
                <a:latin typeface="+mj-lt"/>
                <a:ea typeface="+mj-ea"/>
                <a:cs typeface="+mj-cs"/>
              </a:defRPr>
            </a:lvl1pPr>
          </a:lstStyle>
          <a:p>
            <a:r>
              <a:rPr lang="en-US"/>
              <a:t>Click to edit Master title style</a:t>
            </a:r>
            <a:endParaRPr dirty="0"/>
          </a:p>
        </p:txBody>
      </p:sp>
      <p:sp>
        <p:nvSpPr>
          <p:cNvPr id="9" name="Slide Number Placeholder 5">
            <a:extLst>
              <a:ext uri="{FF2B5EF4-FFF2-40B4-BE49-F238E27FC236}">
                <a16:creationId xmlns:a16="http://schemas.microsoft.com/office/drawing/2014/main" id="{7BD29393-4996-16FE-FC38-2447AE812AD1}"/>
              </a:ext>
            </a:extLst>
          </p:cNvPr>
          <p:cNvSpPr>
            <a:spLocks noGrp="1"/>
          </p:cNvSpPr>
          <p:nvPr>
            <p:ph type="sldNum" sz="quarter" idx="12"/>
          </p:nvPr>
        </p:nvSpPr>
        <p:spPr>
          <a:xfrm>
            <a:off x="1" y="609600"/>
            <a:ext cx="760412" cy="381000"/>
          </a:xfrm>
        </p:spPr>
        <p:txBody>
          <a:bodyPr/>
          <a:lstStyle>
            <a:lvl1pPr algn="ctr">
              <a:defRPr sz="2400" b="1"/>
            </a:lvl1pPr>
          </a:lstStyle>
          <a:p>
            <a:fld id="{AAEAE4A8-A6E5-453E-B946-FB774B73F48C}" type="slidenum">
              <a:rPr lang="en-US" smtClean="0"/>
              <a:pPr/>
              <a:t>‹#›</a:t>
            </a:fld>
            <a:endParaRPr lang="en-US" dirty="0"/>
          </a:p>
        </p:txBody>
      </p:sp>
      <p:sp>
        <p:nvSpPr>
          <p:cNvPr id="25" name="Footer Placeholder 4">
            <a:extLst>
              <a:ext uri="{FF2B5EF4-FFF2-40B4-BE49-F238E27FC236}">
                <a16:creationId xmlns:a16="http://schemas.microsoft.com/office/drawing/2014/main" id="{2FB2C37F-01F4-8BDA-35AA-8F8EBC5540A6}"/>
              </a:ext>
            </a:extLst>
          </p:cNvPr>
          <p:cNvSpPr>
            <a:spLocks noGrp="1"/>
          </p:cNvSpPr>
          <p:nvPr>
            <p:ph type="ftr" sz="quarter" idx="3"/>
          </p:nvPr>
        </p:nvSpPr>
        <p:spPr>
          <a:xfrm rot="16200000">
            <a:off x="-1829595" y="2591593"/>
            <a:ext cx="4419600" cy="760414"/>
          </a:xfrm>
          <a:prstGeom prst="rect">
            <a:avLst/>
          </a:prstGeom>
        </p:spPr>
        <p:txBody>
          <a:bodyPr vert="horz" lIns="91440" tIns="45720" rIns="91440" bIns="45720" rtlCol="0" anchor="ctr"/>
          <a:lstStyle>
            <a:lvl1pPr algn="ctr">
              <a:defRPr lang="en-US" sz="1400" b="0" kern="1200" spc="100" baseline="0" dirty="0">
                <a:solidFill>
                  <a:schemeClr val="tx1"/>
                </a:solidFill>
                <a:latin typeface="+mn-lt"/>
                <a:ea typeface="+mn-ea"/>
                <a:cs typeface="+mn-cs"/>
              </a:defRPr>
            </a:lvl1pPr>
          </a:lstStyle>
          <a:p>
            <a:endParaRPr lang="en-US" dirty="0"/>
          </a:p>
        </p:txBody>
      </p:sp>
      <p:sp>
        <p:nvSpPr>
          <p:cNvPr id="14" name="Date Placeholder 3">
            <a:extLst>
              <a:ext uri="{FF2B5EF4-FFF2-40B4-BE49-F238E27FC236}">
                <a16:creationId xmlns:a16="http://schemas.microsoft.com/office/drawing/2014/main" id="{EF45931A-8732-7A9F-4CEE-22AA3831A489}"/>
              </a:ext>
            </a:extLst>
          </p:cNvPr>
          <p:cNvSpPr>
            <a:spLocks noGrp="1"/>
          </p:cNvSpPr>
          <p:nvPr>
            <p:ph type="dt" sz="half" idx="2"/>
          </p:nvPr>
        </p:nvSpPr>
        <p:spPr>
          <a:xfrm rot="16200000">
            <a:off x="-229393" y="5258593"/>
            <a:ext cx="1219200" cy="760414"/>
          </a:xfrm>
          <a:prstGeom prst="rect">
            <a:avLst/>
          </a:prstGeom>
        </p:spPr>
        <p:txBody>
          <a:bodyPr vert="horz" lIns="91440" tIns="45720" rIns="91440" bIns="45720" rtlCol="0" anchor="ctr"/>
          <a:lstStyle>
            <a:lvl1pPr algn="l">
              <a:defRPr sz="1400" b="0" spc="100" baseline="0">
                <a:solidFill>
                  <a:schemeClr val="tx1"/>
                </a:solidFill>
              </a:defRPr>
            </a:lvl1pPr>
          </a:lstStyle>
          <a:p>
            <a:endParaRPr lang="en-US" dirty="0"/>
          </a:p>
        </p:txBody>
      </p:sp>
      <p:sp>
        <p:nvSpPr>
          <p:cNvPr id="12" name="Content Placeholder 2">
            <a:extLst>
              <a:ext uri="{FF2B5EF4-FFF2-40B4-BE49-F238E27FC236}">
                <a16:creationId xmlns:a16="http://schemas.microsoft.com/office/drawing/2014/main" id="{F11B92F8-C070-2CE8-09EC-DAB8F879C213}"/>
              </a:ext>
            </a:extLst>
          </p:cNvPr>
          <p:cNvSpPr>
            <a:spLocks noGrp="1"/>
          </p:cNvSpPr>
          <p:nvPr>
            <p:ph idx="13"/>
          </p:nvPr>
        </p:nvSpPr>
        <p:spPr>
          <a:xfrm>
            <a:off x="1293812" y="2286000"/>
            <a:ext cx="4911725" cy="4267200"/>
          </a:xfrm>
        </p:spPr>
        <p:txBody>
          <a:bodyPr>
            <a:normAutofit/>
          </a:bodyPr>
          <a:lstStyle>
            <a:lvl1pPr marL="45720" indent="0">
              <a:lnSpc>
                <a:spcPct val="110000"/>
              </a:lnSpc>
              <a:buNone/>
              <a:defRPr lang="en-US" sz="1800" kern="1200" dirty="0">
                <a:solidFill>
                  <a:schemeClr val="tx1">
                    <a:lumMod val="85000"/>
                    <a:lumOff val="15000"/>
                  </a:schemeClr>
                </a:solidFill>
                <a:latin typeface="+mn-lt"/>
                <a:ea typeface="+mn-lt"/>
                <a:cs typeface="+mn-lt"/>
              </a:defRPr>
            </a:lvl1pPr>
            <a:lvl2pPr marL="365760" indent="0">
              <a:lnSpc>
                <a:spcPct val="110000"/>
              </a:lnSpc>
              <a:buNone/>
              <a:defRPr lang="en-US" sz="1800" kern="1200" dirty="0">
                <a:solidFill>
                  <a:schemeClr val="tx1">
                    <a:lumMod val="85000"/>
                    <a:lumOff val="15000"/>
                  </a:schemeClr>
                </a:solidFill>
                <a:latin typeface="+mn-lt"/>
                <a:ea typeface="+mn-lt"/>
                <a:cs typeface="+mn-lt"/>
              </a:defRPr>
            </a:lvl2pPr>
            <a:lvl3pPr marL="594360" indent="0">
              <a:lnSpc>
                <a:spcPct val="110000"/>
              </a:lnSpc>
              <a:buNone/>
              <a:defRPr lang="en-US" sz="1800" kern="1200" dirty="0">
                <a:solidFill>
                  <a:schemeClr val="tx1">
                    <a:lumMod val="85000"/>
                    <a:lumOff val="15000"/>
                  </a:schemeClr>
                </a:solidFill>
                <a:latin typeface="+mn-lt"/>
                <a:ea typeface="+mn-lt"/>
                <a:cs typeface="+mn-lt"/>
              </a:defRPr>
            </a:lvl3pPr>
            <a:lvl4pPr marL="777240" indent="0">
              <a:lnSpc>
                <a:spcPct val="110000"/>
              </a:lnSpc>
              <a:buNone/>
              <a:defRPr lang="en-US" sz="1800" kern="1200" dirty="0">
                <a:solidFill>
                  <a:schemeClr val="tx1">
                    <a:lumMod val="85000"/>
                    <a:lumOff val="15000"/>
                  </a:schemeClr>
                </a:solidFill>
                <a:latin typeface="+mn-lt"/>
                <a:ea typeface="+mn-lt"/>
                <a:cs typeface="+mn-lt"/>
              </a:defRPr>
            </a:lvl4pPr>
            <a:lvl5pPr marL="960120" indent="0">
              <a:lnSpc>
                <a:spcPct val="110000"/>
              </a:lnSpc>
              <a:buNone/>
              <a:defRPr sz="1800" kern="1200" dirty="0">
                <a:solidFill>
                  <a:schemeClr val="tx1">
                    <a:lumMod val="85000"/>
                    <a:lumOff val="15000"/>
                  </a:schemeClr>
                </a:solidFill>
                <a:latin typeface="+mn-lt"/>
                <a:ea typeface="+mn-lt"/>
                <a:cs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13" name="Content Placeholder 2">
            <a:extLst>
              <a:ext uri="{FF2B5EF4-FFF2-40B4-BE49-F238E27FC236}">
                <a16:creationId xmlns:a16="http://schemas.microsoft.com/office/drawing/2014/main" id="{7A79808F-B1FF-C536-B44F-59CEA545BFD5}"/>
              </a:ext>
            </a:extLst>
          </p:cNvPr>
          <p:cNvSpPr>
            <a:spLocks noGrp="1"/>
          </p:cNvSpPr>
          <p:nvPr>
            <p:ph idx="14"/>
          </p:nvPr>
        </p:nvSpPr>
        <p:spPr>
          <a:xfrm>
            <a:off x="6516689" y="2286000"/>
            <a:ext cx="4911725" cy="4267200"/>
          </a:xfrm>
        </p:spPr>
        <p:txBody>
          <a:bodyPr>
            <a:normAutofit/>
          </a:bodyPr>
          <a:lstStyle>
            <a:lvl1pPr>
              <a:lnSpc>
                <a:spcPct val="110000"/>
              </a:lnSpc>
              <a:defRPr lang="en-US" sz="1800" kern="1200" dirty="0">
                <a:solidFill>
                  <a:schemeClr val="tx1">
                    <a:lumMod val="85000"/>
                    <a:lumOff val="15000"/>
                  </a:schemeClr>
                </a:solidFill>
                <a:latin typeface="+mn-lt"/>
                <a:ea typeface="+mn-lt"/>
                <a:cs typeface="+mn-lt"/>
              </a:defRPr>
            </a:lvl1pPr>
            <a:lvl2pPr>
              <a:lnSpc>
                <a:spcPct val="110000"/>
              </a:lnSpc>
              <a:defRPr lang="en-US" sz="1800" kern="1200" dirty="0">
                <a:solidFill>
                  <a:schemeClr val="tx1">
                    <a:lumMod val="85000"/>
                    <a:lumOff val="15000"/>
                  </a:schemeClr>
                </a:solidFill>
                <a:latin typeface="+mn-lt"/>
                <a:ea typeface="+mn-lt"/>
                <a:cs typeface="+mn-lt"/>
              </a:defRPr>
            </a:lvl2pPr>
            <a:lvl3pPr>
              <a:lnSpc>
                <a:spcPct val="110000"/>
              </a:lnSpc>
              <a:defRPr lang="en-US" sz="1800" kern="1200" dirty="0">
                <a:solidFill>
                  <a:schemeClr val="tx1">
                    <a:lumMod val="85000"/>
                    <a:lumOff val="15000"/>
                  </a:schemeClr>
                </a:solidFill>
                <a:latin typeface="+mn-lt"/>
                <a:ea typeface="+mn-lt"/>
                <a:cs typeface="+mn-lt"/>
              </a:defRPr>
            </a:lvl3pPr>
            <a:lvl4pPr>
              <a:lnSpc>
                <a:spcPct val="110000"/>
              </a:lnSpc>
              <a:defRPr lang="en-US" sz="1800" kern="1200" dirty="0">
                <a:solidFill>
                  <a:schemeClr val="tx1">
                    <a:lumMod val="85000"/>
                    <a:lumOff val="15000"/>
                  </a:schemeClr>
                </a:solidFill>
                <a:latin typeface="+mn-lt"/>
                <a:ea typeface="+mn-lt"/>
                <a:cs typeface="+mn-lt"/>
              </a:defRPr>
            </a:lvl4pPr>
            <a:lvl5pPr>
              <a:lnSpc>
                <a:spcPct val="110000"/>
              </a:lnSpc>
              <a:defRPr sz="1800" kern="1200" dirty="0">
                <a:solidFill>
                  <a:schemeClr val="tx1">
                    <a:lumMod val="85000"/>
                    <a:lumOff val="15000"/>
                  </a:schemeClr>
                </a:solidFill>
                <a:latin typeface="+mn-lt"/>
                <a:ea typeface="+mn-lt"/>
                <a:cs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Tree>
    <p:extLst>
      <p:ext uri="{BB962C8B-B14F-4D97-AF65-F5344CB8AC3E}">
        <p14:creationId xmlns:p14="http://schemas.microsoft.com/office/powerpoint/2010/main" val="3325429414"/>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bg>
      <p:bgPr>
        <a:gradFill>
          <a:gsLst>
            <a:gs pos="0">
              <a:schemeClr val="accent2">
                <a:lumMod val="110000"/>
                <a:satMod val="105000"/>
                <a:tint val="67000"/>
                <a:alpha val="0"/>
              </a:schemeClr>
            </a:gs>
            <a:gs pos="100000">
              <a:schemeClr val="bg2"/>
            </a:gs>
          </a:gsLst>
          <a:lin ang="5400000" scaled="0"/>
        </a:gra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55FB068A-9EE1-FCD9-54F9-D1322A68868B}"/>
              </a:ext>
            </a:extLst>
          </p:cNvPr>
          <p:cNvSpPr/>
          <p:nvPr userDrawn="1"/>
        </p:nvSpPr>
        <p:spPr>
          <a:xfrm>
            <a:off x="2132012" y="0"/>
            <a:ext cx="7924800" cy="6858000"/>
          </a:xfrm>
          <a:custGeom>
            <a:avLst/>
            <a:gdLst>
              <a:gd name="connsiteX0" fmla="*/ 1982890 w 7924800"/>
              <a:gd name="connsiteY0" fmla="*/ 0 h 6858000"/>
              <a:gd name="connsiteX1" fmla="*/ 5941911 w 7924800"/>
              <a:gd name="connsiteY1" fmla="*/ 0 h 6858000"/>
              <a:gd name="connsiteX2" fmla="*/ 6177816 w 7924800"/>
              <a:gd name="connsiteY2" fmla="*/ 143316 h 6858000"/>
              <a:gd name="connsiteX3" fmla="*/ 7924800 w 7924800"/>
              <a:gd name="connsiteY3" fmla="*/ 3429000 h 6858000"/>
              <a:gd name="connsiteX4" fmla="*/ 6017049 w 7924800"/>
              <a:gd name="connsiteY4" fmla="*/ 6817750 h 6858000"/>
              <a:gd name="connsiteX5" fmla="*/ 5947047 w 7924800"/>
              <a:gd name="connsiteY5" fmla="*/ 6858000 h 6858000"/>
              <a:gd name="connsiteX6" fmla="*/ 1977753 w 7924800"/>
              <a:gd name="connsiteY6" fmla="*/ 6858000 h 6858000"/>
              <a:gd name="connsiteX7" fmla="*/ 1907752 w 7924800"/>
              <a:gd name="connsiteY7" fmla="*/ 6817750 h 6858000"/>
              <a:gd name="connsiteX8" fmla="*/ 0 w 7924800"/>
              <a:gd name="connsiteY8" fmla="*/ 3429000 h 6858000"/>
              <a:gd name="connsiteX9" fmla="*/ 1746985 w 7924800"/>
              <a:gd name="connsiteY9" fmla="*/ 14331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24800" h="6858000">
                <a:moveTo>
                  <a:pt x="1982890" y="0"/>
                </a:moveTo>
                <a:lnTo>
                  <a:pt x="5941911" y="0"/>
                </a:lnTo>
                <a:lnTo>
                  <a:pt x="6177816" y="143316"/>
                </a:lnTo>
                <a:cubicBezTo>
                  <a:pt x="7231821" y="855388"/>
                  <a:pt x="7924800" y="2061267"/>
                  <a:pt x="7924800" y="3429000"/>
                </a:cubicBezTo>
                <a:cubicBezTo>
                  <a:pt x="7924800" y="4865120"/>
                  <a:pt x="7160790" y="6122796"/>
                  <a:pt x="6017049" y="6817750"/>
                </a:cubicBezTo>
                <a:lnTo>
                  <a:pt x="5947047" y="6858000"/>
                </a:lnTo>
                <a:lnTo>
                  <a:pt x="1977753" y="6858000"/>
                </a:lnTo>
                <a:lnTo>
                  <a:pt x="1907752" y="6817750"/>
                </a:lnTo>
                <a:cubicBezTo>
                  <a:pt x="764010" y="6122796"/>
                  <a:pt x="0" y="4865120"/>
                  <a:pt x="0" y="3429000"/>
                </a:cubicBezTo>
                <a:cubicBezTo>
                  <a:pt x="0" y="2061267"/>
                  <a:pt x="692980" y="855388"/>
                  <a:pt x="1746985" y="143316"/>
                </a:cubicBezTo>
                <a:close/>
              </a:path>
            </a:pathLst>
          </a:custGeom>
          <a:gradFill>
            <a:gsLst>
              <a:gs pos="0">
                <a:schemeClr val="bg1"/>
              </a:gs>
              <a:gs pos="100000">
                <a:schemeClr val="bg1">
                  <a:alpha val="0"/>
                </a:schemeClr>
              </a:gs>
            </a:gsLst>
          </a:gradFill>
          <a:ln>
            <a:noFill/>
          </a:ln>
        </p:spPr>
        <p:style>
          <a:lnRef idx="1">
            <a:schemeClr val="accent2"/>
          </a:lnRef>
          <a:fillRef idx="2">
            <a:schemeClr val="accent2"/>
          </a:fillRef>
          <a:effectRef idx="1">
            <a:schemeClr val="accent2"/>
          </a:effectRef>
          <a:fontRef idx="minor">
            <a:schemeClr val="dk1"/>
          </a:fontRef>
        </p:style>
        <p:txBody>
          <a:bodyPr wrap="square" rtlCol="0" anchor="ctr">
            <a:noAutofit/>
          </a:bodyPr>
          <a:lstStyle/>
          <a:p>
            <a:pPr algn="ctr"/>
            <a:endParaRPr lang="en-US" dirty="0"/>
          </a:p>
        </p:txBody>
      </p:sp>
      <p:sp>
        <p:nvSpPr>
          <p:cNvPr id="8" name="Left Brace 7">
            <a:extLst>
              <a:ext uri="{FF2B5EF4-FFF2-40B4-BE49-F238E27FC236}">
                <a16:creationId xmlns:a16="http://schemas.microsoft.com/office/drawing/2014/main" id="{6A409372-199C-2F3B-65CD-ADC2E45B43B7}"/>
              </a:ext>
            </a:extLst>
          </p:cNvPr>
          <p:cNvSpPr/>
          <p:nvPr userDrawn="1"/>
        </p:nvSpPr>
        <p:spPr>
          <a:xfrm>
            <a:off x="5561012" y="2022021"/>
            <a:ext cx="838200" cy="2813960"/>
          </a:xfrm>
          <a:prstGeom prst="leftBrace">
            <a:avLst>
              <a:gd name="adj1" fmla="val 34932"/>
              <a:gd name="adj2" fmla="val 50000"/>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Title 1">
            <a:extLst>
              <a:ext uri="{FF2B5EF4-FFF2-40B4-BE49-F238E27FC236}">
                <a16:creationId xmlns:a16="http://schemas.microsoft.com/office/drawing/2014/main" id="{C47599E9-7877-89FF-8C57-FEF4C3C864DD}"/>
              </a:ext>
            </a:extLst>
          </p:cNvPr>
          <p:cNvSpPr>
            <a:spLocks noGrp="1"/>
          </p:cNvSpPr>
          <p:nvPr>
            <p:ph type="title"/>
          </p:nvPr>
        </p:nvSpPr>
        <p:spPr>
          <a:xfrm>
            <a:off x="531812" y="495300"/>
            <a:ext cx="4572000" cy="5867400"/>
          </a:xfrm>
        </p:spPr>
        <p:txBody>
          <a:bodyPr anchor="ctr">
            <a:normAutofit/>
          </a:bodyPr>
          <a:lstStyle>
            <a:lvl1pPr marL="0" indent="0" algn="r">
              <a:lnSpc>
                <a:spcPct val="110000"/>
              </a:lnSpc>
              <a:defRPr sz="4800"/>
            </a:lvl1pPr>
          </a:lstStyle>
          <a:p>
            <a:r>
              <a:rPr lang="en-US"/>
              <a:t>Click to edit Master title style</a:t>
            </a:r>
            <a:endParaRPr dirty="0"/>
          </a:p>
        </p:txBody>
      </p:sp>
      <p:sp>
        <p:nvSpPr>
          <p:cNvPr id="4" name="Text Placeholder 10">
            <a:extLst>
              <a:ext uri="{FF2B5EF4-FFF2-40B4-BE49-F238E27FC236}">
                <a16:creationId xmlns:a16="http://schemas.microsoft.com/office/drawing/2014/main" id="{22A2F27B-8DDF-057C-B969-50B4B8C3D2AF}"/>
              </a:ext>
            </a:extLst>
          </p:cNvPr>
          <p:cNvSpPr>
            <a:spLocks noGrp="1"/>
          </p:cNvSpPr>
          <p:nvPr>
            <p:ph type="body" sz="quarter" idx="14"/>
          </p:nvPr>
        </p:nvSpPr>
        <p:spPr>
          <a:xfrm>
            <a:off x="6768305" y="2247900"/>
            <a:ext cx="4443413" cy="2400300"/>
          </a:xfrm>
        </p:spPr>
        <p:txBody>
          <a:bodyPr anchor="ctr">
            <a:normAutofit/>
          </a:bodyPr>
          <a:lstStyle>
            <a:lvl1pPr marL="45720" indent="0" algn="l" defTabSz="914400" rtl="0" eaLnBrk="1" latinLnBrk="0" hangingPunct="1">
              <a:lnSpc>
                <a:spcPct val="110000"/>
              </a:lnSpc>
              <a:spcBef>
                <a:spcPts val="1800"/>
              </a:spcBef>
              <a:buClr>
                <a:schemeClr val="tx1">
                  <a:lumMod val="65000"/>
                  <a:lumOff val="35000"/>
                </a:schemeClr>
              </a:buClr>
              <a:buSzPct val="80000"/>
              <a:buFont typeface="Arial" pitchFamily="34" charset="0"/>
              <a:buNone/>
              <a:defRPr lang="en-US" sz="2000" kern="1200" spc="30" dirty="0" smtClean="0">
                <a:solidFill>
                  <a:schemeClr val="tx1">
                    <a:lumMod val="85000"/>
                    <a:lumOff val="15000"/>
                  </a:schemeClr>
                </a:solidFill>
                <a:latin typeface="+mn-lt"/>
                <a:ea typeface="+mn-ea"/>
                <a:cs typeface="+mn-cs"/>
              </a:defRPr>
            </a:lvl1pPr>
            <a:lvl2pPr marL="45720" indent="0" algn="l" defTabSz="914400" rtl="0" eaLnBrk="1" latinLnBrk="0" hangingPunct="1">
              <a:lnSpc>
                <a:spcPct val="110000"/>
              </a:lnSpc>
              <a:spcBef>
                <a:spcPts val="1800"/>
              </a:spcBef>
              <a:buClr>
                <a:schemeClr val="tx1">
                  <a:lumMod val="65000"/>
                  <a:lumOff val="35000"/>
                </a:schemeClr>
              </a:buClr>
              <a:buSzPct val="80000"/>
              <a:buFont typeface="Arial" pitchFamily="34" charset="0"/>
              <a:buNone/>
              <a:defRPr lang="en-US" sz="2000" kern="1200" spc="30" dirty="0" smtClean="0">
                <a:solidFill>
                  <a:schemeClr val="tx1">
                    <a:lumMod val="85000"/>
                    <a:lumOff val="15000"/>
                  </a:schemeClr>
                </a:solidFill>
                <a:latin typeface="+mn-lt"/>
                <a:ea typeface="+mn-ea"/>
                <a:cs typeface="+mn-cs"/>
              </a:defRPr>
            </a:lvl2pPr>
            <a:lvl3pPr marL="45720" indent="0" algn="l" defTabSz="914400" rtl="0" eaLnBrk="1" latinLnBrk="0" hangingPunct="1">
              <a:lnSpc>
                <a:spcPct val="110000"/>
              </a:lnSpc>
              <a:spcBef>
                <a:spcPts val="1800"/>
              </a:spcBef>
              <a:buClr>
                <a:schemeClr val="tx1">
                  <a:lumMod val="65000"/>
                  <a:lumOff val="35000"/>
                </a:schemeClr>
              </a:buClr>
              <a:buSzPct val="80000"/>
              <a:buFont typeface="Arial" pitchFamily="34" charset="0"/>
              <a:buNone/>
              <a:defRPr lang="en-US" sz="2000" kern="1200" spc="30" dirty="0" smtClean="0">
                <a:solidFill>
                  <a:schemeClr val="tx1">
                    <a:lumMod val="85000"/>
                    <a:lumOff val="15000"/>
                  </a:schemeClr>
                </a:solidFill>
                <a:latin typeface="+mn-lt"/>
                <a:ea typeface="+mn-ea"/>
                <a:cs typeface="+mn-cs"/>
              </a:defRPr>
            </a:lvl3pPr>
            <a:lvl4pPr marL="45720" indent="0" algn="l" defTabSz="914400" rtl="0" eaLnBrk="1" latinLnBrk="0" hangingPunct="1">
              <a:lnSpc>
                <a:spcPct val="110000"/>
              </a:lnSpc>
              <a:spcBef>
                <a:spcPts val="1800"/>
              </a:spcBef>
              <a:buClr>
                <a:schemeClr val="tx1">
                  <a:lumMod val="65000"/>
                  <a:lumOff val="35000"/>
                </a:schemeClr>
              </a:buClr>
              <a:buSzPct val="80000"/>
              <a:buFont typeface="Arial" pitchFamily="34" charset="0"/>
              <a:buNone/>
              <a:defRPr lang="en-US" sz="2000" kern="1200" spc="30" dirty="0" smtClean="0">
                <a:solidFill>
                  <a:schemeClr val="tx1">
                    <a:lumMod val="85000"/>
                    <a:lumOff val="15000"/>
                  </a:schemeClr>
                </a:solidFill>
                <a:latin typeface="+mn-lt"/>
                <a:ea typeface="+mn-ea"/>
                <a:cs typeface="+mn-cs"/>
              </a:defRPr>
            </a:lvl4pPr>
            <a:lvl5pPr marL="45720" indent="0" algn="l" defTabSz="914400" rtl="0" eaLnBrk="1" latinLnBrk="0" hangingPunct="1">
              <a:lnSpc>
                <a:spcPct val="110000"/>
              </a:lnSpc>
              <a:spcBef>
                <a:spcPts val="1800"/>
              </a:spcBef>
              <a:buClr>
                <a:schemeClr val="tx1">
                  <a:lumMod val="65000"/>
                  <a:lumOff val="35000"/>
                </a:schemeClr>
              </a:buClr>
              <a:buSzPct val="80000"/>
              <a:buFont typeface="Arial" pitchFamily="34" charset="0"/>
              <a:buNone/>
              <a:defRPr lang="en-US" sz="2000" kern="1200" spc="30" dirty="0">
                <a:solidFill>
                  <a:schemeClr val="tx1">
                    <a:lumMod val="85000"/>
                    <a:lumOff val="15000"/>
                  </a:schemeClr>
                </a:solidFill>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3533672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auto">
          <a:xfrm>
            <a:off x="1065212" y="533400"/>
            <a:ext cx="8686801" cy="1066800"/>
          </a:xfrm>
          <a:prstGeom prst="rect">
            <a:avLst/>
          </a:prstGeom>
        </p:spPr>
        <p:txBody>
          <a:bodyPr vert="horz" lIns="91440" tIns="45720" rIns="91440" bIns="45720" rtlCol="0" anchor="b">
            <a:normAutofit/>
          </a:bodyPr>
          <a:lstStyle/>
          <a:p>
            <a:r>
              <a:rPr lang="en-US"/>
              <a:t>Click to edit Master title style</a:t>
            </a:r>
            <a:endParaRPr dirty="0"/>
          </a:p>
        </p:txBody>
      </p:sp>
      <p:sp>
        <p:nvSpPr>
          <p:cNvPr id="3" name="Text Placeholder 2"/>
          <p:cNvSpPr>
            <a:spLocks noGrp="1"/>
          </p:cNvSpPr>
          <p:nvPr>
            <p:ph type="body" idx="1"/>
          </p:nvPr>
        </p:nvSpPr>
        <p:spPr>
          <a:xfrm>
            <a:off x="1065212" y="1828800"/>
            <a:ext cx="8686801" cy="41910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Footer Placeholder 4"/>
          <p:cNvSpPr>
            <a:spLocks noGrp="1"/>
          </p:cNvSpPr>
          <p:nvPr>
            <p:ph type="ftr" sz="quarter" idx="3"/>
          </p:nvPr>
        </p:nvSpPr>
        <p:spPr>
          <a:xfrm>
            <a:off x="1065213" y="6155267"/>
            <a:ext cx="5653087" cy="273049"/>
          </a:xfrm>
          <a:prstGeom prst="rect">
            <a:avLst/>
          </a:prstGeom>
        </p:spPr>
        <p:txBody>
          <a:bodyPr vert="horz" lIns="91440" tIns="45720" rIns="91440" bIns="45720" rtlCol="0" anchor="ctr"/>
          <a:lstStyle>
            <a:lvl1pPr algn="l">
              <a:defRPr sz="1100">
                <a:solidFill>
                  <a:schemeClr val="tx1"/>
                </a:solidFill>
              </a:defRPr>
            </a:lvl1pPr>
          </a:lstStyle>
          <a:p>
            <a:endParaRPr lang="en-US" dirty="0"/>
          </a:p>
        </p:txBody>
      </p:sp>
      <p:sp>
        <p:nvSpPr>
          <p:cNvPr id="4" name="Date Placeholder 3"/>
          <p:cNvSpPr>
            <a:spLocks noGrp="1"/>
          </p:cNvSpPr>
          <p:nvPr>
            <p:ph type="dt" sz="half" idx="2"/>
          </p:nvPr>
        </p:nvSpPr>
        <p:spPr>
          <a:xfrm>
            <a:off x="6932612" y="6155267"/>
            <a:ext cx="1371600" cy="273049"/>
          </a:xfrm>
          <a:prstGeom prst="rect">
            <a:avLst/>
          </a:prstGeom>
        </p:spPr>
        <p:txBody>
          <a:bodyPr vert="horz" lIns="91440" tIns="45720" rIns="91440" bIns="45720" rtlCol="0" anchor="ctr"/>
          <a:lstStyle>
            <a:lvl1pPr algn="r">
              <a:defRPr sz="1100">
                <a:solidFill>
                  <a:schemeClr val="tx1"/>
                </a:solidFill>
              </a:defRPr>
            </a:lvl1pPr>
          </a:lstStyle>
          <a:p>
            <a:endParaRPr lang="en-US" dirty="0"/>
          </a:p>
        </p:txBody>
      </p:sp>
      <p:sp>
        <p:nvSpPr>
          <p:cNvPr id="6" name="Slide Number Placeholder 5"/>
          <p:cNvSpPr>
            <a:spLocks noGrp="1"/>
          </p:cNvSpPr>
          <p:nvPr>
            <p:ph type="sldNum" sz="quarter" idx="4"/>
          </p:nvPr>
        </p:nvSpPr>
        <p:spPr>
          <a:xfrm>
            <a:off x="8532812" y="6155267"/>
            <a:ext cx="1219201" cy="273049"/>
          </a:xfrm>
          <a:prstGeom prst="rect">
            <a:avLst/>
          </a:prstGeom>
        </p:spPr>
        <p:txBody>
          <a:bodyPr vert="horz" lIns="91440" tIns="45720" rIns="91440" bIns="45720" rtlCol="0" anchor="ctr"/>
          <a:lstStyle>
            <a:lvl1pPr algn="r">
              <a:defRPr sz="1100">
                <a:solidFill>
                  <a:schemeClr val="tx1"/>
                </a:solidFill>
              </a:defRPr>
            </a:lvl1pPr>
          </a:lstStyle>
          <a:p>
            <a:fld id="{AAEAE4A8-A6E5-453E-B946-FB774B73F48C}" type="slidenum">
              <a:rPr lang="en-US" smtClean="0"/>
              <a:pPr/>
              <a:t>‹#›</a:t>
            </a:fld>
            <a:endParaRPr lang="en-US" dirty="0"/>
          </a:p>
        </p:txBody>
      </p:sp>
    </p:spTree>
    <p:extLst>
      <p:ext uri="{BB962C8B-B14F-4D97-AF65-F5344CB8AC3E}">
        <p14:creationId xmlns:p14="http://schemas.microsoft.com/office/powerpoint/2010/main" val="1327670427"/>
      </p:ext>
    </p:extLst>
  </p:cSld>
  <p:clrMap bg1="lt1" tx1="dk1" bg2="lt2" tx2="dk2" accent1="accent1" accent2="accent2" accent3="accent3" accent4="accent4" accent5="accent5" accent6="accent6" hlink="hlink" folHlink="folHlink"/>
  <p:sldLayoutIdLst>
    <p:sldLayoutId id="2147483678" r:id="rId1"/>
    <p:sldLayoutId id="2147483672" r:id="rId2"/>
    <p:sldLayoutId id="2147483695" r:id="rId3"/>
    <p:sldLayoutId id="2147483685" r:id="rId4"/>
    <p:sldLayoutId id="2147483662" r:id="rId5"/>
    <p:sldLayoutId id="2147483682" r:id="rId6"/>
    <p:sldLayoutId id="2147483696" r:id="rId7"/>
    <p:sldLayoutId id="2147483693" r:id="rId8"/>
    <p:sldLayoutId id="2147483692" r:id="rId9"/>
    <p:sldLayoutId id="2147483676" r:id="rId10"/>
    <p:sldLayoutId id="2147483665" r:id="rId11"/>
    <p:sldLayoutId id="2147483688" r:id="rId12"/>
    <p:sldLayoutId id="2147483686" r:id="rId13"/>
  </p:sldLayoutIdLst>
  <p:hf hdr="0" ftr="0" dt="0"/>
  <p:txStyles>
    <p:titleStyle>
      <a:lvl1pPr algn="l" defTabSz="914400" rtl="0" eaLnBrk="1" latinLnBrk="0" hangingPunct="1">
        <a:lnSpc>
          <a:spcPct val="80000"/>
        </a:lnSpc>
        <a:spcBef>
          <a:spcPct val="0"/>
        </a:spcBef>
        <a:buNone/>
        <a:defRPr sz="3600" b="1" kern="1200">
          <a:solidFill>
            <a:schemeClr val="tx1">
              <a:lumMod val="85000"/>
              <a:lumOff val="15000"/>
            </a:schemeClr>
          </a:solidFill>
          <a:latin typeface="+mj-lt"/>
          <a:ea typeface="+mj-ea"/>
          <a:cs typeface="+mj-cs"/>
        </a:defRPr>
      </a:lvl1pPr>
    </p:titleStyle>
    <p:bodyStyle>
      <a:lvl1pPr marL="274320" indent="-228600" algn="l" defTabSz="914400" rtl="0" eaLnBrk="1" latinLnBrk="0" hangingPunct="1">
        <a:lnSpc>
          <a:spcPct val="90000"/>
        </a:lnSpc>
        <a:spcBef>
          <a:spcPts val="1800"/>
        </a:spcBef>
        <a:buClr>
          <a:schemeClr val="tx1">
            <a:lumMod val="65000"/>
            <a:lumOff val="35000"/>
          </a:schemeClr>
        </a:buClr>
        <a:buSzPct val="80000"/>
        <a:buFont typeface="Arial" pitchFamily="34" charset="0"/>
        <a:buChar char="•"/>
        <a:defRPr sz="2000" kern="1200">
          <a:solidFill>
            <a:schemeClr val="tx1">
              <a:lumMod val="85000"/>
              <a:lumOff val="15000"/>
            </a:schemeClr>
          </a:solidFill>
          <a:latin typeface="+mn-lt"/>
          <a:ea typeface="+mn-ea"/>
          <a:cs typeface="+mn-cs"/>
        </a:defRPr>
      </a:lvl1pPr>
      <a:lvl2pPr marL="594360" indent="-228600" algn="l" defTabSz="914400" rtl="0" eaLnBrk="1" latinLnBrk="0" hangingPunct="1">
        <a:lnSpc>
          <a:spcPct val="90000"/>
        </a:lnSpc>
        <a:spcBef>
          <a:spcPts val="1000"/>
        </a:spcBef>
        <a:buClr>
          <a:schemeClr val="tx1">
            <a:lumMod val="65000"/>
            <a:lumOff val="35000"/>
          </a:schemeClr>
        </a:buClr>
        <a:buSzPct val="80000"/>
        <a:buFont typeface="Arial" pitchFamily="34" charset="0"/>
        <a:buChar char="•"/>
        <a:defRPr sz="1800" kern="1200">
          <a:solidFill>
            <a:schemeClr val="tx1">
              <a:lumMod val="85000"/>
              <a:lumOff val="15000"/>
            </a:schemeClr>
          </a:solidFill>
          <a:latin typeface="+mn-lt"/>
          <a:ea typeface="+mn-ea"/>
          <a:cs typeface="+mn-cs"/>
        </a:defRPr>
      </a:lvl2pPr>
      <a:lvl3pPr marL="777240" indent="-182880" algn="l" defTabSz="914400" rtl="0" eaLnBrk="1" latinLnBrk="0" hangingPunct="1">
        <a:lnSpc>
          <a:spcPct val="90000"/>
        </a:lnSpc>
        <a:spcBef>
          <a:spcPts val="600"/>
        </a:spcBef>
        <a:buClr>
          <a:schemeClr val="tx1">
            <a:lumMod val="65000"/>
            <a:lumOff val="35000"/>
          </a:schemeClr>
        </a:buClr>
        <a:buSzPct val="80000"/>
        <a:buFont typeface="Arial" pitchFamily="34" charset="0"/>
        <a:buChar char="•"/>
        <a:defRPr sz="1600" kern="1200">
          <a:solidFill>
            <a:schemeClr val="tx1">
              <a:lumMod val="85000"/>
              <a:lumOff val="15000"/>
            </a:schemeClr>
          </a:solidFill>
          <a:latin typeface="+mn-lt"/>
          <a:ea typeface="+mn-ea"/>
          <a:cs typeface="+mn-cs"/>
        </a:defRPr>
      </a:lvl3pPr>
      <a:lvl4pPr marL="960120" indent="-182880" algn="l" defTabSz="914400" rtl="0" eaLnBrk="1" latinLnBrk="0" hangingPunct="1">
        <a:lnSpc>
          <a:spcPct val="90000"/>
        </a:lnSpc>
        <a:spcBef>
          <a:spcPts val="600"/>
        </a:spcBef>
        <a:buClr>
          <a:schemeClr val="tx1">
            <a:lumMod val="65000"/>
            <a:lumOff val="35000"/>
          </a:schemeClr>
        </a:buClr>
        <a:buSzPct val="80000"/>
        <a:buFont typeface="Arial" pitchFamily="34" charset="0"/>
        <a:buChar char="•"/>
        <a:defRPr sz="1400" kern="1200">
          <a:solidFill>
            <a:schemeClr val="tx1">
              <a:lumMod val="85000"/>
              <a:lumOff val="15000"/>
            </a:schemeClr>
          </a:solidFill>
          <a:latin typeface="+mn-lt"/>
          <a:ea typeface="+mn-ea"/>
          <a:cs typeface="+mn-cs"/>
        </a:defRPr>
      </a:lvl4pPr>
      <a:lvl5pPr marL="1097280" indent="-137160" algn="l" defTabSz="914400" rtl="0" eaLnBrk="1" latinLnBrk="0" hangingPunct="1">
        <a:lnSpc>
          <a:spcPct val="90000"/>
        </a:lnSpc>
        <a:spcBef>
          <a:spcPts val="600"/>
        </a:spcBef>
        <a:buClr>
          <a:schemeClr val="tx1">
            <a:lumMod val="65000"/>
            <a:lumOff val="35000"/>
          </a:schemeClr>
        </a:buClr>
        <a:buSzPct val="80000"/>
        <a:buFont typeface="Arial" pitchFamily="34" charset="0"/>
        <a:buChar char="•"/>
        <a:defRPr sz="1400" kern="1200">
          <a:solidFill>
            <a:schemeClr val="tx1">
              <a:lumMod val="85000"/>
              <a:lumOff val="15000"/>
            </a:schemeClr>
          </a:solidFill>
          <a:latin typeface="+mn-lt"/>
          <a:ea typeface="+mn-ea"/>
          <a:cs typeface="+mn-cs"/>
        </a:defRPr>
      </a:lvl5pPr>
      <a:lvl6pPr marL="123444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6pPr>
      <a:lvl7pPr marL="137160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7pPr>
      <a:lvl8pPr marL="150876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8pPr>
      <a:lvl9pPr marL="164592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chemeClr val="accent2">
                <a:lumMod val="110000"/>
                <a:satMod val="105000"/>
                <a:tint val="67000"/>
                <a:alpha val="0"/>
              </a:schemeClr>
            </a:gs>
            <a:gs pos="100000">
              <a:schemeClr val="bg2"/>
            </a:gs>
          </a:gsLst>
          <a:lin ang="5400000" scaled="0"/>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a:xfrm>
            <a:off x="665691" y="-171400"/>
            <a:ext cx="10287000" cy="3886200"/>
          </a:xfrm>
        </p:spPr>
        <p:txBody>
          <a:bodyPr anchor="b">
            <a:normAutofit/>
          </a:bodyPr>
          <a:lstStyle/>
          <a:p>
            <a:r>
              <a:rPr lang="en-GB" dirty="0">
                <a:solidFill>
                  <a:srgbClr val="C00000"/>
                </a:solidFill>
                <a:latin typeface="Bahnschrift Condensed" panose="020B0502040204020203" pitchFamily="34" charset="0"/>
              </a:rPr>
              <a:t>Breach of Confidentiality </a:t>
            </a:r>
            <a:br>
              <a:rPr lang="en-GB" dirty="0">
                <a:solidFill>
                  <a:srgbClr val="C00000"/>
                </a:solidFill>
                <a:latin typeface="Bahnschrift Condensed" panose="020B0502040204020203" pitchFamily="34" charset="0"/>
              </a:rPr>
            </a:br>
            <a:r>
              <a:rPr lang="en-GB" dirty="0">
                <a:solidFill>
                  <a:srgbClr val="C00000"/>
                </a:solidFill>
                <a:latin typeface="Bahnschrift Condensed" panose="020B0502040204020203" pitchFamily="34" charset="0"/>
              </a:rPr>
              <a:t>and Privacy under </a:t>
            </a:r>
            <a:br>
              <a:rPr lang="en-GB" dirty="0">
                <a:solidFill>
                  <a:srgbClr val="C00000"/>
                </a:solidFill>
                <a:latin typeface="Bahnschrift Condensed" panose="020B0502040204020203" pitchFamily="34" charset="0"/>
              </a:rPr>
            </a:br>
            <a:r>
              <a:rPr lang="en-GB" dirty="0">
                <a:solidFill>
                  <a:srgbClr val="C00000"/>
                </a:solidFill>
                <a:latin typeface="Bahnschrift Condensed" panose="020B0502040204020203" pitchFamily="34" charset="0"/>
              </a:rPr>
              <a:t>the IT Act</a:t>
            </a:r>
            <a:endParaRPr lang="en-US" dirty="0">
              <a:solidFill>
                <a:srgbClr val="C00000"/>
              </a:solidFill>
            </a:endParaRPr>
          </a:p>
        </p:txBody>
      </p:sp>
      <p:sp>
        <p:nvSpPr>
          <p:cNvPr id="3" name="Content Placeholder 2"/>
          <p:cNvSpPr>
            <a:spLocks noGrp="1"/>
          </p:cNvSpPr>
          <p:nvPr>
            <p:ph type="body" sz="quarter" idx="10"/>
          </p:nvPr>
        </p:nvSpPr>
        <p:spPr>
          <a:xfrm>
            <a:off x="837828" y="4365104"/>
            <a:ext cx="4042048" cy="544860"/>
          </a:xfrm>
        </p:spPr>
        <p:txBody>
          <a:bodyPr>
            <a:normAutofit/>
          </a:bodyPr>
          <a:lstStyle/>
          <a:p>
            <a:r>
              <a:rPr lang="en-US" b="1" dirty="0"/>
              <a:t>MOHAMED NIHAL - 37</a:t>
            </a:r>
          </a:p>
        </p:txBody>
      </p:sp>
    </p:spTree>
    <p:extLst>
      <p:ext uri="{BB962C8B-B14F-4D97-AF65-F5344CB8AC3E}">
        <p14:creationId xmlns:p14="http://schemas.microsoft.com/office/powerpoint/2010/main" val="36581281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8B68A17-565E-5F07-D76E-981C2E327304}"/>
              </a:ext>
            </a:extLst>
          </p:cNvPr>
          <p:cNvSpPr>
            <a:spLocks noGrp="1"/>
          </p:cNvSpPr>
          <p:nvPr>
            <p:ph type="title"/>
          </p:nvPr>
        </p:nvSpPr>
        <p:spPr>
          <a:xfrm>
            <a:off x="989012" y="723900"/>
            <a:ext cx="4114800" cy="5295900"/>
          </a:xfrm>
        </p:spPr>
        <p:txBody>
          <a:bodyPr/>
          <a:lstStyle/>
          <a:p>
            <a:r>
              <a:rPr lang="en-US" dirty="0"/>
              <a:t>TOPICS	</a:t>
            </a:r>
          </a:p>
        </p:txBody>
      </p:sp>
      <p:sp>
        <p:nvSpPr>
          <p:cNvPr id="3" name="Content Placeholder 2">
            <a:extLst>
              <a:ext uri="{FF2B5EF4-FFF2-40B4-BE49-F238E27FC236}">
                <a16:creationId xmlns:a16="http://schemas.microsoft.com/office/drawing/2014/main" id="{22788C46-D0BC-4307-AE55-7601A139E7CB}"/>
              </a:ext>
            </a:extLst>
          </p:cNvPr>
          <p:cNvSpPr>
            <a:spLocks noGrp="1"/>
          </p:cNvSpPr>
          <p:nvPr>
            <p:ph idx="1"/>
          </p:nvPr>
        </p:nvSpPr>
        <p:spPr>
          <a:xfrm>
            <a:off x="6598468" y="260648"/>
            <a:ext cx="5328592" cy="6120680"/>
          </a:xfrm>
        </p:spPr>
        <p:txBody>
          <a:bodyPr vert="horz" lIns="91416" tIns="45708" rIns="91416" bIns="45708" rtlCol="0" anchor="ctr">
            <a:normAutofit fontScale="92500" lnSpcReduction="20000"/>
          </a:bodyPr>
          <a:lstStyle/>
          <a:p>
            <a:pPr marL="388620" indent="-342900">
              <a:buFont typeface="Arial" panose="020B0604020202020204" pitchFamily="34" charset="0"/>
              <a:buChar char="•"/>
            </a:pPr>
            <a:r>
              <a:rPr lang="en-US" b="1" dirty="0"/>
              <a:t>Introduction</a:t>
            </a:r>
            <a:endParaRPr lang="en-US" dirty="0"/>
          </a:p>
          <a:p>
            <a:pPr marL="388620" indent="-342900">
              <a:buFont typeface="Arial" panose="020B0604020202020204" pitchFamily="34" charset="0"/>
              <a:buChar char="•"/>
            </a:pPr>
            <a:r>
              <a:rPr lang="en-US" b="1" dirty="0"/>
              <a:t>Core Legal Provisions on Confidentiality &amp; Privacy</a:t>
            </a:r>
            <a:endParaRPr lang="en-US" dirty="0"/>
          </a:p>
          <a:p>
            <a:pPr marL="388620" indent="-342900">
              <a:buFont typeface="Arial" panose="020B0604020202020204" pitchFamily="34" charset="0"/>
              <a:buChar char="•"/>
            </a:pPr>
            <a:r>
              <a:rPr lang="en-US" b="1" dirty="0"/>
              <a:t>Related Offences Impacting Privacy &amp; Data Integrity</a:t>
            </a:r>
            <a:endParaRPr lang="en-US" dirty="0"/>
          </a:p>
          <a:p>
            <a:pPr marL="388620" indent="-342900">
              <a:buFont typeface="Arial" panose="020B0604020202020204" pitchFamily="34" charset="0"/>
              <a:buChar char="•"/>
            </a:pPr>
            <a:r>
              <a:rPr lang="en-US" b="1" dirty="0"/>
              <a:t>The Role of Intermediaries in Protecting Privacy</a:t>
            </a:r>
            <a:endParaRPr lang="en-US" dirty="0"/>
          </a:p>
          <a:p>
            <a:pPr marL="388620" indent="-342900">
              <a:buFont typeface="Arial" panose="020B0604020202020204" pitchFamily="34" charset="0"/>
              <a:buChar char="•"/>
            </a:pPr>
            <a:r>
              <a:rPr lang="en-US" b="1" dirty="0"/>
              <a:t>Procedural Aspects &amp; Enforcement Mechanisms</a:t>
            </a:r>
            <a:endParaRPr lang="en-US" dirty="0"/>
          </a:p>
          <a:p>
            <a:pPr marL="388620" indent="-342900">
              <a:buFont typeface="Arial" panose="020B0604020202020204" pitchFamily="34" charset="0"/>
              <a:buChar char="•"/>
            </a:pPr>
            <a:r>
              <a:rPr lang="en-US" b="1" dirty="0"/>
              <a:t>Corporate Liability for Breach of Confidentiality</a:t>
            </a:r>
            <a:endParaRPr lang="en-US" dirty="0"/>
          </a:p>
          <a:p>
            <a:pPr marL="388620" indent="-342900">
              <a:buFont typeface="Arial" panose="020B0604020202020204" pitchFamily="34" charset="0"/>
              <a:buChar char="•"/>
            </a:pPr>
            <a:r>
              <a:rPr lang="en-US" b="1" dirty="0"/>
              <a:t>Securing Confidentiality through Certifying Authorities</a:t>
            </a:r>
            <a:endParaRPr lang="en-US" dirty="0"/>
          </a:p>
          <a:p>
            <a:pPr marL="388620" indent="-342900">
              <a:buFont typeface="Arial" panose="020B0604020202020204" pitchFamily="34" charset="0"/>
              <a:buChar char="•"/>
            </a:pPr>
            <a:r>
              <a:rPr lang="en-US" b="1" dirty="0"/>
              <a:t>Protected Systems &amp; Critical Infrastructure</a:t>
            </a:r>
            <a:endParaRPr lang="en-US" dirty="0"/>
          </a:p>
          <a:p>
            <a:pPr marL="388620" indent="-342900">
              <a:buFont typeface="Arial" panose="020B0604020202020204" pitchFamily="34" charset="0"/>
              <a:buChar char="•"/>
            </a:pPr>
            <a:r>
              <a:rPr lang="en-US" b="1" dirty="0"/>
              <a:t>Comparative Analysis &amp; Jurisprudential Insights</a:t>
            </a:r>
            <a:endParaRPr lang="en-US" dirty="0"/>
          </a:p>
          <a:p>
            <a:pPr marL="388620" indent="-342900">
              <a:buFont typeface="Arial" panose="020B0604020202020204" pitchFamily="34" charset="0"/>
              <a:buChar char="•"/>
            </a:pPr>
            <a:r>
              <a:rPr lang="en-US" b="1" dirty="0"/>
              <a:t>Challenges &amp; Recommendations</a:t>
            </a:r>
            <a:endParaRPr lang="en-US" dirty="0"/>
          </a:p>
        </p:txBody>
      </p:sp>
    </p:spTree>
    <p:extLst>
      <p:ext uri="{BB962C8B-B14F-4D97-AF65-F5344CB8AC3E}">
        <p14:creationId xmlns:p14="http://schemas.microsoft.com/office/powerpoint/2010/main" val="13256085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285FFD-5207-3292-CCA1-DF6A58EFC3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FC42CB-B963-0FD5-6B34-BEEDA7F56BD2}"/>
              </a:ext>
            </a:extLst>
          </p:cNvPr>
          <p:cNvSpPr>
            <a:spLocks noGrp="1"/>
          </p:cNvSpPr>
          <p:nvPr>
            <p:ph type="title"/>
          </p:nvPr>
        </p:nvSpPr>
        <p:spPr>
          <a:xfrm>
            <a:off x="549796" y="476672"/>
            <a:ext cx="10749544" cy="1447800"/>
          </a:xfrm>
        </p:spPr>
        <p:txBody>
          <a:bodyPr anchor="t">
            <a:normAutofit/>
          </a:bodyPr>
          <a:lstStyle/>
          <a:p>
            <a:r>
              <a:rPr lang="en-US" dirty="0"/>
              <a:t>Introduction: The Digital Landscape &amp; Cyber Threats</a:t>
            </a:r>
          </a:p>
        </p:txBody>
      </p:sp>
      <p:sp>
        <p:nvSpPr>
          <p:cNvPr id="3" name="Content Placeholder 2">
            <a:extLst>
              <a:ext uri="{FF2B5EF4-FFF2-40B4-BE49-F238E27FC236}">
                <a16:creationId xmlns:a16="http://schemas.microsoft.com/office/drawing/2014/main" id="{DC41AFF9-19BA-B303-7425-352D7CF3184A}"/>
              </a:ext>
            </a:extLst>
          </p:cNvPr>
          <p:cNvSpPr>
            <a:spLocks noGrp="1"/>
          </p:cNvSpPr>
          <p:nvPr>
            <p:ph idx="1"/>
          </p:nvPr>
        </p:nvSpPr>
        <p:spPr>
          <a:xfrm>
            <a:off x="549796" y="1636440"/>
            <a:ext cx="11875405" cy="5882580"/>
          </a:xfrm>
        </p:spPr>
        <p:txBody>
          <a:bodyPr vert="horz" lIns="91440" tIns="45720" rIns="91440" bIns="45720" rtlCol="0" anchor="t">
            <a:normAutofit/>
          </a:bodyPr>
          <a:lstStyle/>
          <a:p>
            <a:pPr marL="331470" indent="-285750">
              <a:buFont typeface="Arial" panose="020B0604020202020204" pitchFamily="34" charset="0"/>
              <a:buChar char="•"/>
            </a:pPr>
            <a:r>
              <a:rPr lang="en-US" sz="2200" b="1" dirty="0"/>
              <a:t>Information Technology</a:t>
            </a:r>
            <a:r>
              <a:rPr lang="en-US" sz="2200" dirty="0"/>
              <a:t> has transformed daily life – banking, e‑commerce, </a:t>
            </a:r>
          </a:p>
          <a:p>
            <a:r>
              <a:rPr lang="en-US" sz="2200" dirty="0"/>
              <a:t>	tele‑marketing – making transactions faster, more efficient and accurate.</a:t>
            </a:r>
          </a:p>
          <a:p>
            <a:pPr marL="331470" indent="-285750">
              <a:buFont typeface="Arial" panose="020B0604020202020204" pitchFamily="34" charset="0"/>
              <a:buChar char="•"/>
            </a:pPr>
            <a:r>
              <a:rPr lang="en-US" sz="2200" dirty="0"/>
              <a:t>But this growth has also attracted </a:t>
            </a:r>
            <a:r>
              <a:rPr lang="en-US" sz="2200" b="1" dirty="0"/>
              <a:t>misusers and criminals</a:t>
            </a:r>
            <a:r>
              <a:rPr lang="en-US" sz="2200" dirty="0"/>
              <a:t> who exploit the internet.</a:t>
            </a:r>
          </a:p>
          <a:p>
            <a:pPr marL="331470" indent="-285750">
              <a:buFont typeface="Arial" panose="020B0604020202020204" pitchFamily="34" charset="0"/>
              <a:buChar char="•"/>
            </a:pPr>
            <a:r>
              <a:rPr lang="en-US" sz="2200" dirty="0"/>
              <a:t>A new class of </a:t>
            </a:r>
            <a:r>
              <a:rPr lang="en-US" sz="2200" b="1" dirty="0"/>
              <a:t>white‑collared cyber offenders</a:t>
            </a:r>
            <a:r>
              <a:rPr lang="en-US" sz="2200" dirty="0"/>
              <a:t> now commits fraud online through </a:t>
            </a:r>
          </a:p>
          <a:p>
            <a:r>
              <a:rPr lang="en-US" sz="2200" dirty="0"/>
              <a:t>	techniques like phishing, digital forgery, and illegal trade.</a:t>
            </a:r>
          </a:p>
          <a:p>
            <a:pPr marL="331470" indent="-285750">
              <a:buFont typeface="Arial" panose="020B0604020202020204" pitchFamily="34" charset="0"/>
              <a:buChar char="•"/>
            </a:pPr>
            <a:r>
              <a:rPr lang="en-US" sz="2200" dirty="0"/>
              <a:t>To counter this, India enacted the </a:t>
            </a:r>
            <a:r>
              <a:rPr lang="en-US" sz="2200" b="1" dirty="0"/>
              <a:t>Information Technology Act, 2000</a:t>
            </a:r>
            <a:r>
              <a:rPr lang="en-US" sz="2200" dirty="0"/>
              <a:t> </a:t>
            </a:r>
          </a:p>
          <a:p>
            <a:r>
              <a:rPr lang="en-US" sz="2200" dirty="0"/>
              <a:t>	(amended 2008) to control and punish cyber crimes.</a:t>
            </a:r>
          </a:p>
        </p:txBody>
      </p:sp>
    </p:spTree>
    <p:extLst>
      <p:ext uri="{BB962C8B-B14F-4D97-AF65-F5344CB8AC3E}">
        <p14:creationId xmlns:p14="http://schemas.microsoft.com/office/powerpoint/2010/main" val="25380653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7CADDF-A2F1-DD50-E159-D678E62186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1865D9-0A0A-E86B-5C67-522B0A9A7367}"/>
              </a:ext>
            </a:extLst>
          </p:cNvPr>
          <p:cNvSpPr>
            <a:spLocks noGrp="1"/>
          </p:cNvSpPr>
          <p:nvPr>
            <p:ph type="title"/>
          </p:nvPr>
        </p:nvSpPr>
        <p:spPr>
          <a:xfrm>
            <a:off x="313420" y="188640"/>
            <a:ext cx="10749544" cy="1447800"/>
          </a:xfrm>
        </p:spPr>
        <p:txBody>
          <a:bodyPr anchor="t">
            <a:normAutofit/>
          </a:bodyPr>
          <a:lstStyle/>
          <a:p>
            <a:pPr marL="45720"/>
            <a:r>
              <a:rPr lang="en-US" dirty="0"/>
              <a:t>Core Legal Provisions on Confidentiality &amp; Privacy</a:t>
            </a:r>
          </a:p>
        </p:txBody>
      </p:sp>
      <p:sp>
        <p:nvSpPr>
          <p:cNvPr id="3" name="Content Placeholder 2">
            <a:extLst>
              <a:ext uri="{FF2B5EF4-FFF2-40B4-BE49-F238E27FC236}">
                <a16:creationId xmlns:a16="http://schemas.microsoft.com/office/drawing/2014/main" id="{176E4E71-1145-A444-E291-08EC5ACC6AE9}"/>
              </a:ext>
            </a:extLst>
          </p:cNvPr>
          <p:cNvSpPr>
            <a:spLocks noGrp="1"/>
          </p:cNvSpPr>
          <p:nvPr>
            <p:ph idx="1"/>
          </p:nvPr>
        </p:nvSpPr>
        <p:spPr>
          <a:xfrm>
            <a:off x="313420" y="786780"/>
            <a:ext cx="11875405" cy="5882580"/>
          </a:xfrm>
        </p:spPr>
        <p:txBody>
          <a:bodyPr vert="horz" lIns="91440" tIns="45720" rIns="91440" bIns="45720" rtlCol="0" anchor="t">
            <a:normAutofit lnSpcReduction="10000"/>
          </a:bodyPr>
          <a:lstStyle/>
          <a:p>
            <a:pPr>
              <a:lnSpc>
                <a:spcPct val="150000"/>
              </a:lnSpc>
              <a:spcBef>
                <a:spcPts val="100"/>
              </a:spcBef>
            </a:pPr>
            <a:r>
              <a:rPr lang="en-US" sz="2200" b="1" dirty="0"/>
              <a:t>Section 72 – Breach of Confidentiality and Privacy</a:t>
            </a:r>
          </a:p>
          <a:p>
            <a:pPr>
              <a:lnSpc>
                <a:spcPct val="150000"/>
              </a:lnSpc>
              <a:spcBef>
                <a:spcPts val="100"/>
              </a:spcBef>
            </a:pPr>
            <a:r>
              <a:rPr lang="en-US" b="1" dirty="0"/>
              <a:t>Who:</a:t>
            </a:r>
            <a:r>
              <a:rPr lang="en-US" dirty="0"/>
              <a:t> Any person who, under powers of the IT Act or rules, has secured access to any electronic record, book, register, correspondence, information, document or other material </a:t>
            </a:r>
            <a:r>
              <a:rPr lang="en-US" b="1" dirty="0"/>
              <a:t>without consent</a:t>
            </a:r>
            <a:r>
              <a:rPr lang="en-US" dirty="0"/>
              <a:t>.</a:t>
            </a:r>
          </a:p>
          <a:p>
            <a:pPr>
              <a:lnSpc>
                <a:spcPct val="150000"/>
              </a:lnSpc>
              <a:spcBef>
                <a:spcPts val="100"/>
              </a:spcBef>
            </a:pPr>
            <a:r>
              <a:rPr lang="en-US" b="1" dirty="0"/>
              <a:t>Act:</a:t>
            </a:r>
            <a:r>
              <a:rPr lang="en-US" dirty="0"/>
              <a:t> Discloses such material to any other person.</a:t>
            </a:r>
          </a:p>
          <a:p>
            <a:pPr>
              <a:lnSpc>
                <a:spcPct val="150000"/>
              </a:lnSpc>
              <a:spcBef>
                <a:spcPts val="100"/>
              </a:spcBef>
            </a:pPr>
            <a:r>
              <a:rPr lang="en-US" b="1" dirty="0"/>
              <a:t>Punishment:</a:t>
            </a:r>
            <a:r>
              <a:rPr lang="en-US" dirty="0"/>
              <a:t> Imprisonment up to </a:t>
            </a:r>
            <a:r>
              <a:rPr lang="en-US" b="1" dirty="0"/>
              <a:t>2 years</a:t>
            </a:r>
            <a:r>
              <a:rPr lang="en-US" dirty="0"/>
              <a:t> OR fine up to </a:t>
            </a:r>
            <a:r>
              <a:rPr lang="en-US" b="1" dirty="0"/>
              <a:t>₹1 lakh</a:t>
            </a:r>
            <a:r>
              <a:rPr lang="en-US" dirty="0"/>
              <a:t> OR both.</a:t>
            </a:r>
          </a:p>
          <a:p>
            <a:pPr>
              <a:lnSpc>
                <a:spcPct val="150000"/>
              </a:lnSpc>
              <a:spcBef>
                <a:spcPts val="100"/>
              </a:spcBef>
            </a:pPr>
            <a:r>
              <a:rPr lang="en-US" b="1" dirty="0"/>
              <a:t>Legal status:</a:t>
            </a:r>
            <a:r>
              <a:rPr lang="en-US" dirty="0"/>
              <a:t> Non‑cognizable, bailable (Section 77B).</a:t>
            </a:r>
          </a:p>
          <a:p>
            <a:pPr>
              <a:lnSpc>
                <a:spcPct val="150000"/>
              </a:lnSpc>
              <a:spcBef>
                <a:spcPts val="100"/>
              </a:spcBef>
            </a:pPr>
            <a:endParaRPr lang="en-US" dirty="0"/>
          </a:p>
          <a:p>
            <a:pPr>
              <a:lnSpc>
                <a:spcPct val="150000"/>
              </a:lnSpc>
              <a:spcBef>
                <a:spcPts val="100"/>
              </a:spcBef>
            </a:pPr>
            <a:r>
              <a:rPr lang="en-US" sz="2200" b="1" dirty="0"/>
              <a:t>Section 72A – Disclosure of Information in Breach of Lawful Contract</a:t>
            </a:r>
          </a:p>
          <a:p>
            <a:pPr>
              <a:lnSpc>
                <a:spcPct val="150000"/>
              </a:lnSpc>
              <a:spcBef>
                <a:spcPts val="100"/>
              </a:spcBef>
            </a:pPr>
            <a:r>
              <a:rPr lang="en-US" b="1" dirty="0"/>
              <a:t>Who:</a:t>
            </a:r>
            <a:r>
              <a:rPr lang="en-US" dirty="0"/>
              <a:t> Any person including an </a:t>
            </a:r>
            <a:r>
              <a:rPr lang="en-US" b="1" dirty="0"/>
              <a:t>intermediary</a:t>
            </a:r>
            <a:r>
              <a:rPr lang="en-US" dirty="0"/>
              <a:t>, while providing services under a </a:t>
            </a:r>
            <a:r>
              <a:rPr lang="en-US" b="1" dirty="0"/>
              <a:t>lawful contract</a:t>
            </a:r>
            <a:r>
              <a:rPr lang="en-US" dirty="0"/>
              <a:t>, secures access to </a:t>
            </a:r>
            <a:r>
              <a:rPr lang="en-US" b="1" dirty="0"/>
              <a:t>personal information</a:t>
            </a:r>
            <a:r>
              <a:rPr lang="en-US" dirty="0"/>
              <a:t> of another.</a:t>
            </a:r>
          </a:p>
          <a:p>
            <a:pPr>
              <a:lnSpc>
                <a:spcPct val="150000"/>
              </a:lnSpc>
              <a:spcBef>
                <a:spcPts val="100"/>
              </a:spcBef>
            </a:pPr>
            <a:r>
              <a:rPr lang="en-US" b="1" dirty="0"/>
              <a:t>Mens rea:</a:t>
            </a:r>
            <a:r>
              <a:rPr lang="en-US" dirty="0"/>
              <a:t> With intent to cause, or knowledge that he is likely to cause, </a:t>
            </a:r>
            <a:r>
              <a:rPr lang="en-US" b="1" dirty="0"/>
              <a:t>wrongful loss or wrongful gain</a:t>
            </a:r>
            <a:r>
              <a:rPr lang="en-US" dirty="0"/>
              <a:t>.</a:t>
            </a:r>
          </a:p>
          <a:p>
            <a:pPr>
              <a:lnSpc>
                <a:spcPct val="150000"/>
              </a:lnSpc>
              <a:spcBef>
                <a:spcPts val="100"/>
              </a:spcBef>
            </a:pPr>
            <a:r>
              <a:rPr lang="en-US" b="1" dirty="0"/>
              <a:t>Act:</a:t>
            </a:r>
            <a:r>
              <a:rPr lang="en-US" dirty="0"/>
              <a:t> Discloses that material without consent </a:t>
            </a:r>
            <a:r>
              <a:rPr lang="en-US" b="1" dirty="0"/>
              <a:t>or</a:t>
            </a:r>
            <a:r>
              <a:rPr lang="en-US" dirty="0"/>
              <a:t> in breach of the contract.</a:t>
            </a:r>
          </a:p>
          <a:p>
            <a:pPr>
              <a:lnSpc>
                <a:spcPct val="150000"/>
              </a:lnSpc>
              <a:spcBef>
                <a:spcPts val="100"/>
              </a:spcBef>
            </a:pPr>
            <a:r>
              <a:rPr lang="en-US" b="1" dirty="0"/>
              <a:t>Punishment:</a:t>
            </a:r>
            <a:r>
              <a:rPr lang="en-US" dirty="0"/>
              <a:t> Imprisonment up to </a:t>
            </a:r>
            <a:r>
              <a:rPr lang="en-US" b="1" dirty="0"/>
              <a:t>3 years</a:t>
            </a:r>
            <a:r>
              <a:rPr lang="en-US" dirty="0"/>
              <a:t> OR fine up to </a:t>
            </a:r>
            <a:r>
              <a:rPr lang="en-US" b="1" dirty="0"/>
              <a:t>₹5 lakh</a:t>
            </a:r>
            <a:r>
              <a:rPr lang="en-US" dirty="0"/>
              <a:t> OR both.</a:t>
            </a:r>
          </a:p>
          <a:p>
            <a:pPr>
              <a:lnSpc>
                <a:spcPct val="150000"/>
              </a:lnSpc>
              <a:spcBef>
                <a:spcPts val="100"/>
              </a:spcBef>
            </a:pPr>
            <a:r>
              <a:rPr lang="en-US" b="1" dirty="0"/>
              <a:t>Legal status:</a:t>
            </a:r>
            <a:r>
              <a:rPr lang="en-US" dirty="0"/>
              <a:t> Cognizable, bailable (Section 77B)</a:t>
            </a:r>
          </a:p>
        </p:txBody>
      </p:sp>
    </p:spTree>
    <p:extLst>
      <p:ext uri="{BB962C8B-B14F-4D97-AF65-F5344CB8AC3E}">
        <p14:creationId xmlns:p14="http://schemas.microsoft.com/office/powerpoint/2010/main" val="30781474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674845-1A60-EAD0-126B-D35D832ABF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C773CA-D84B-CE3B-87AF-5F8A299F5EC4}"/>
              </a:ext>
            </a:extLst>
          </p:cNvPr>
          <p:cNvSpPr>
            <a:spLocks noGrp="1"/>
          </p:cNvSpPr>
          <p:nvPr>
            <p:ph type="title"/>
          </p:nvPr>
        </p:nvSpPr>
        <p:spPr>
          <a:xfrm>
            <a:off x="313420" y="188640"/>
            <a:ext cx="10749544" cy="1447800"/>
          </a:xfrm>
        </p:spPr>
        <p:txBody>
          <a:bodyPr anchor="t">
            <a:normAutofit/>
          </a:bodyPr>
          <a:lstStyle/>
          <a:p>
            <a:r>
              <a:rPr lang="en-US" dirty="0"/>
              <a:t>Related Offences Impacting Privacy &amp; Data Integrity</a:t>
            </a:r>
          </a:p>
        </p:txBody>
      </p:sp>
      <p:sp>
        <p:nvSpPr>
          <p:cNvPr id="3" name="Content Placeholder 2">
            <a:extLst>
              <a:ext uri="{FF2B5EF4-FFF2-40B4-BE49-F238E27FC236}">
                <a16:creationId xmlns:a16="http://schemas.microsoft.com/office/drawing/2014/main" id="{F7BDC8C4-FEEA-7E0F-EBAA-6A606A6FBA8A}"/>
              </a:ext>
            </a:extLst>
          </p:cNvPr>
          <p:cNvSpPr>
            <a:spLocks noGrp="1"/>
          </p:cNvSpPr>
          <p:nvPr>
            <p:ph idx="1"/>
          </p:nvPr>
        </p:nvSpPr>
        <p:spPr>
          <a:xfrm>
            <a:off x="313420" y="786780"/>
            <a:ext cx="11875405" cy="5882580"/>
          </a:xfrm>
        </p:spPr>
        <p:txBody>
          <a:bodyPr vert="horz" lIns="91440" tIns="45720" rIns="91440" bIns="45720" rtlCol="0" anchor="t">
            <a:normAutofit fontScale="85000" lnSpcReduction="10000"/>
          </a:bodyPr>
          <a:lstStyle/>
          <a:p>
            <a:r>
              <a:rPr lang="en-US" b="1" dirty="0"/>
              <a:t>Section 71 – Misrepresentation</a:t>
            </a:r>
            <a:br>
              <a:rPr lang="en-US" dirty="0"/>
            </a:br>
            <a:r>
              <a:rPr lang="en-US" dirty="0"/>
              <a:t>Making a misrepresentation or suppressing a material fact to obtain a license or Electronic Signature Certificate.</a:t>
            </a:r>
            <a:br>
              <a:rPr lang="en-US" dirty="0"/>
            </a:br>
            <a:r>
              <a:rPr lang="en-US" b="1" dirty="0"/>
              <a:t>Punishment:</a:t>
            </a:r>
            <a:r>
              <a:rPr lang="en-US" dirty="0"/>
              <a:t> Imprisonment up to </a:t>
            </a:r>
            <a:r>
              <a:rPr lang="en-US" b="1" dirty="0"/>
              <a:t>2 years</a:t>
            </a:r>
            <a:r>
              <a:rPr lang="en-US" dirty="0"/>
              <a:t> OR fine up to </a:t>
            </a:r>
            <a:r>
              <a:rPr lang="en-US" b="1" dirty="0"/>
              <a:t>₹1 lakh</a:t>
            </a:r>
            <a:r>
              <a:rPr lang="en-US" dirty="0"/>
              <a:t> OR both.</a:t>
            </a:r>
            <a:br>
              <a:rPr lang="en-US" dirty="0"/>
            </a:br>
            <a:r>
              <a:rPr lang="en-US" i="1" dirty="0"/>
              <a:t>Non‑cognizable, bailable.</a:t>
            </a:r>
            <a:endParaRPr lang="en-US" dirty="0"/>
          </a:p>
          <a:p>
            <a:r>
              <a:rPr lang="en-US" b="1" dirty="0"/>
              <a:t>Section 73 – Publishing False Electronic Signature Certificate</a:t>
            </a:r>
            <a:br>
              <a:rPr lang="en-US" dirty="0"/>
            </a:br>
            <a:r>
              <a:rPr lang="en-US" dirty="0"/>
              <a:t>Publishing a certificate with knowledge that:</a:t>
            </a:r>
          </a:p>
          <a:p>
            <a:pPr lvl="1"/>
            <a:r>
              <a:rPr lang="en-US" dirty="0"/>
              <a:t>(a) the Certifying Authority (CA) listed has </a:t>
            </a:r>
            <a:r>
              <a:rPr lang="en-US" b="1" dirty="0"/>
              <a:t>not issued</a:t>
            </a:r>
            <a:r>
              <a:rPr lang="en-US" dirty="0"/>
              <a:t> it</a:t>
            </a:r>
          </a:p>
          <a:p>
            <a:pPr lvl="1"/>
            <a:r>
              <a:rPr lang="en-US" dirty="0"/>
              <a:t>(b) the subscriber has </a:t>
            </a:r>
            <a:r>
              <a:rPr lang="en-US" b="1" dirty="0"/>
              <a:t>not accepted</a:t>
            </a:r>
            <a:r>
              <a:rPr lang="en-US" dirty="0"/>
              <a:t> it</a:t>
            </a:r>
          </a:p>
          <a:p>
            <a:pPr lvl="1"/>
            <a:r>
              <a:rPr lang="en-US" dirty="0"/>
              <a:t>(c) the certificate has been </a:t>
            </a:r>
            <a:r>
              <a:rPr lang="en-US" b="1" dirty="0"/>
              <a:t>revoked or suspended</a:t>
            </a:r>
            <a:r>
              <a:rPr lang="en-US" dirty="0"/>
              <a:t> (unless publication is for verifying a signature created before suspension/revocation).</a:t>
            </a:r>
            <a:br>
              <a:rPr lang="en-US" dirty="0"/>
            </a:br>
            <a:r>
              <a:rPr lang="en-US" b="1" dirty="0"/>
              <a:t>Punishment:</a:t>
            </a:r>
            <a:r>
              <a:rPr lang="en-US" dirty="0"/>
              <a:t> Imprisonment up to </a:t>
            </a:r>
            <a:r>
              <a:rPr lang="en-US" b="1" dirty="0"/>
              <a:t>2 years</a:t>
            </a:r>
            <a:r>
              <a:rPr lang="en-US" dirty="0"/>
              <a:t> OR fine up to </a:t>
            </a:r>
            <a:r>
              <a:rPr lang="en-US" b="1" dirty="0"/>
              <a:t>₹1 lakh</a:t>
            </a:r>
            <a:r>
              <a:rPr lang="en-US" dirty="0"/>
              <a:t> OR both.</a:t>
            </a:r>
          </a:p>
          <a:p>
            <a:r>
              <a:rPr lang="en-US" b="1" dirty="0"/>
              <a:t>Section 74 – Publication for Fraudulent Purpose</a:t>
            </a:r>
            <a:br>
              <a:rPr lang="en-US" dirty="0"/>
            </a:br>
            <a:r>
              <a:rPr lang="en-US" dirty="0"/>
              <a:t>Knowingly creating, publishing or making available an Electronic Signature Certificate for any fraudulent or unlawful purpose.</a:t>
            </a:r>
            <a:br>
              <a:rPr lang="en-US" dirty="0"/>
            </a:br>
            <a:r>
              <a:rPr lang="en-US" b="1" dirty="0"/>
              <a:t>Punishment:</a:t>
            </a:r>
            <a:r>
              <a:rPr lang="en-US" dirty="0"/>
              <a:t> Imprisonment up to </a:t>
            </a:r>
            <a:r>
              <a:rPr lang="en-US" b="1" dirty="0"/>
              <a:t>2 years</a:t>
            </a:r>
            <a:r>
              <a:rPr lang="en-US" dirty="0"/>
              <a:t> OR fine up to </a:t>
            </a:r>
            <a:r>
              <a:rPr lang="en-US" b="1" dirty="0"/>
              <a:t>₹1 lakh</a:t>
            </a:r>
            <a:r>
              <a:rPr lang="en-US" dirty="0"/>
              <a:t> OR both.</a:t>
            </a:r>
          </a:p>
          <a:p>
            <a:r>
              <a:rPr lang="en-US" b="1" dirty="0"/>
              <a:t>Section 67C – Intermediaries’ Duty to Preserve Information</a:t>
            </a:r>
            <a:endParaRPr lang="en-US" dirty="0"/>
          </a:p>
          <a:p>
            <a:pPr lvl="1"/>
            <a:r>
              <a:rPr lang="en-US" dirty="0"/>
              <a:t>Intermediary must preserve and retain information as prescribed by Central Government.</a:t>
            </a:r>
          </a:p>
          <a:p>
            <a:pPr lvl="1"/>
            <a:r>
              <a:rPr lang="en-US" b="1" dirty="0"/>
              <a:t>Punishment for contravention (intentional/knowing):</a:t>
            </a:r>
            <a:r>
              <a:rPr lang="en-US" dirty="0"/>
              <a:t> Imprisonment up to </a:t>
            </a:r>
            <a:r>
              <a:rPr lang="en-US" b="1" dirty="0"/>
              <a:t>3 years</a:t>
            </a:r>
            <a:r>
              <a:rPr lang="en-US" dirty="0"/>
              <a:t> + fine.</a:t>
            </a:r>
          </a:p>
          <a:p>
            <a:pPr lvl="1"/>
            <a:r>
              <a:rPr lang="en-US" dirty="0"/>
              <a:t>Offence is </a:t>
            </a:r>
            <a:r>
              <a:rPr lang="en-US" b="1" dirty="0"/>
              <a:t>cognizable, bailable</a:t>
            </a:r>
            <a:r>
              <a:rPr lang="en-US" dirty="0"/>
              <a:t> and requires </a:t>
            </a:r>
            <a:r>
              <a:rPr lang="en-US" i="1" dirty="0"/>
              <a:t>mens rea</a:t>
            </a:r>
            <a:r>
              <a:rPr lang="en-US" dirty="0"/>
              <a:t>.</a:t>
            </a:r>
          </a:p>
        </p:txBody>
      </p:sp>
    </p:spTree>
    <p:extLst>
      <p:ext uri="{BB962C8B-B14F-4D97-AF65-F5344CB8AC3E}">
        <p14:creationId xmlns:p14="http://schemas.microsoft.com/office/powerpoint/2010/main" val="18058038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0DE2FC-F4D4-9C78-6299-D81367F296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102A7C-0E99-3F2B-DD10-1EA8ACC0473B}"/>
              </a:ext>
            </a:extLst>
          </p:cNvPr>
          <p:cNvSpPr>
            <a:spLocks noGrp="1"/>
          </p:cNvSpPr>
          <p:nvPr>
            <p:ph type="title"/>
          </p:nvPr>
        </p:nvSpPr>
        <p:spPr>
          <a:xfrm>
            <a:off x="313420" y="188640"/>
            <a:ext cx="10749544" cy="1447800"/>
          </a:xfrm>
        </p:spPr>
        <p:txBody>
          <a:bodyPr anchor="t">
            <a:normAutofit/>
          </a:bodyPr>
          <a:lstStyle/>
          <a:p>
            <a:r>
              <a:rPr lang="en-IN" dirty="0"/>
              <a:t>Procedural Aspects &amp; Enforcement Mechanisms</a:t>
            </a:r>
          </a:p>
        </p:txBody>
      </p:sp>
      <p:sp>
        <p:nvSpPr>
          <p:cNvPr id="3" name="Content Placeholder 2">
            <a:extLst>
              <a:ext uri="{FF2B5EF4-FFF2-40B4-BE49-F238E27FC236}">
                <a16:creationId xmlns:a16="http://schemas.microsoft.com/office/drawing/2014/main" id="{B91DFAF3-9CCC-75CD-B5D6-7BDEA03D3F44}"/>
              </a:ext>
            </a:extLst>
          </p:cNvPr>
          <p:cNvSpPr>
            <a:spLocks noGrp="1"/>
          </p:cNvSpPr>
          <p:nvPr>
            <p:ph idx="1"/>
          </p:nvPr>
        </p:nvSpPr>
        <p:spPr>
          <a:xfrm>
            <a:off x="313420" y="786780"/>
            <a:ext cx="11875405" cy="5882580"/>
          </a:xfrm>
        </p:spPr>
        <p:txBody>
          <a:bodyPr vert="horz" lIns="91440" tIns="45720" rIns="91440" bIns="45720" rtlCol="0" anchor="t">
            <a:normAutofit fontScale="85000" lnSpcReduction="10000"/>
          </a:bodyPr>
          <a:lstStyle/>
          <a:p>
            <a:r>
              <a:rPr lang="en-US" b="1" dirty="0"/>
              <a:t>Section 77B – Cognizance &amp; Bail</a:t>
            </a:r>
            <a:endParaRPr lang="en-US" dirty="0"/>
          </a:p>
          <a:p>
            <a:pPr lvl="1"/>
            <a:r>
              <a:rPr lang="en-US" dirty="0"/>
              <a:t>Offences punishable with imprisonment of </a:t>
            </a:r>
            <a:r>
              <a:rPr lang="en-US" b="1" dirty="0"/>
              <a:t>3 years and above</a:t>
            </a:r>
            <a:r>
              <a:rPr lang="en-US" dirty="0"/>
              <a:t> → </a:t>
            </a:r>
            <a:r>
              <a:rPr lang="en-US" b="1" dirty="0"/>
              <a:t>cognizable</a:t>
            </a:r>
            <a:r>
              <a:rPr lang="en-US" dirty="0"/>
              <a:t> (police can arrest without warrant).</a:t>
            </a:r>
          </a:p>
          <a:p>
            <a:pPr lvl="1"/>
            <a:r>
              <a:rPr lang="en-US" dirty="0"/>
              <a:t>Offences punishable with imprisonment of </a:t>
            </a:r>
            <a:r>
              <a:rPr lang="en-US" b="1" dirty="0"/>
              <a:t>3 years</a:t>
            </a:r>
            <a:r>
              <a:rPr lang="en-US" dirty="0"/>
              <a:t> (exactly) → </a:t>
            </a:r>
            <a:r>
              <a:rPr lang="en-US" b="1" dirty="0"/>
              <a:t>bailable</a:t>
            </a:r>
            <a:r>
              <a:rPr lang="en-US" dirty="0"/>
              <a:t>.</a:t>
            </a:r>
          </a:p>
          <a:p>
            <a:pPr lvl="1"/>
            <a:r>
              <a:rPr lang="en-US" i="1" dirty="0"/>
              <a:t>Example:</a:t>
            </a:r>
            <a:r>
              <a:rPr lang="en-US" dirty="0"/>
              <a:t> Section 72 (2 years) → non‑cognizable, bailable. Section 72A (3 years) → cognizable, bailable.</a:t>
            </a:r>
          </a:p>
          <a:p>
            <a:r>
              <a:rPr lang="en-US" b="1" dirty="0"/>
              <a:t>Section 80 – Powers of Police to Enter and Search</a:t>
            </a:r>
            <a:endParaRPr lang="en-US" dirty="0"/>
          </a:p>
          <a:p>
            <a:pPr lvl="1"/>
            <a:r>
              <a:rPr lang="en-US" dirty="0"/>
              <a:t>Any police officer </a:t>
            </a:r>
            <a:r>
              <a:rPr lang="en-US" b="1" dirty="0"/>
              <a:t>not below the rank of Inspector</a:t>
            </a:r>
            <a:r>
              <a:rPr lang="en-US" dirty="0"/>
              <a:t> (or other authorised officer) may enter any public place and search/arrest without warrant if reasonable suspicion exists of an offence under the Act.</a:t>
            </a:r>
          </a:p>
          <a:p>
            <a:r>
              <a:rPr lang="en-US" b="1" dirty="0"/>
              <a:t>Abetment (Section 84B)</a:t>
            </a:r>
            <a:endParaRPr lang="en-US" dirty="0"/>
          </a:p>
          <a:p>
            <a:pPr lvl="1"/>
            <a:r>
              <a:rPr lang="en-US" dirty="0"/>
              <a:t>Any person who abets an offence shall be punished with the </a:t>
            </a:r>
            <a:r>
              <a:rPr lang="en-US" b="1" dirty="0"/>
              <a:t>same punishment</a:t>
            </a:r>
            <a:r>
              <a:rPr lang="en-US" dirty="0"/>
              <a:t> as the principal offence, unless express provision exists.</a:t>
            </a:r>
          </a:p>
          <a:p>
            <a:pPr lvl="1"/>
            <a:r>
              <a:rPr lang="en-US" dirty="0"/>
              <a:t>Abetment includes instigation, conspiracy, and intentional aiding.</a:t>
            </a:r>
          </a:p>
          <a:p>
            <a:r>
              <a:rPr lang="en-US" b="1" dirty="0"/>
              <a:t>Attempt (Section 84C)</a:t>
            </a:r>
            <a:endParaRPr lang="en-US" dirty="0"/>
          </a:p>
          <a:p>
            <a:pPr lvl="1"/>
            <a:r>
              <a:rPr lang="en-US" dirty="0"/>
              <a:t>Where no express provision for attempt exists, punishment is </a:t>
            </a:r>
            <a:r>
              <a:rPr lang="en-US" b="1" dirty="0"/>
              <a:t>one‑half</a:t>
            </a:r>
            <a:r>
              <a:rPr lang="en-US" dirty="0"/>
              <a:t> of the longest term of imprisonment provided for that offence, and/or the fine prescribed.</a:t>
            </a:r>
          </a:p>
          <a:p>
            <a:r>
              <a:rPr lang="en-US" b="1" dirty="0"/>
              <a:t>Plea Bargaining</a:t>
            </a:r>
            <a:endParaRPr lang="en-US" dirty="0"/>
          </a:p>
          <a:p>
            <a:pPr lvl="1"/>
            <a:r>
              <a:rPr lang="en-US" dirty="0"/>
              <a:t>Accused may file application under </a:t>
            </a:r>
            <a:r>
              <a:rPr lang="en-US" b="1" dirty="0"/>
              <a:t>Section 265B of CrPC</a:t>
            </a:r>
            <a:r>
              <a:rPr lang="en-US" dirty="0"/>
              <a:t> for mutually satisfactory disposition.</a:t>
            </a:r>
          </a:p>
        </p:txBody>
      </p:sp>
    </p:spTree>
    <p:extLst>
      <p:ext uri="{BB962C8B-B14F-4D97-AF65-F5344CB8AC3E}">
        <p14:creationId xmlns:p14="http://schemas.microsoft.com/office/powerpoint/2010/main" val="36238615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C7475A-BB3F-D41D-51FC-7868BE01E7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90FE65-1FC2-C622-DE89-DB2A1B2A49B9}"/>
              </a:ext>
            </a:extLst>
          </p:cNvPr>
          <p:cNvSpPr>
            <a:spLocks noGrp="1"/>
          </p:cNvSpPr>
          <p:nvPr>
            <p:ph type="title"/>
          </p:nvPr>
        </p:nvSpPr>
        <p:spPr>
          <a:xfrm>
            <a:off x="313420" y="188640"/>
            <a:ext cx="10749544" cy="1447800"/>
          </a:xfrm>
        </p:spPr>
        <p:txBody>
          <a:bodyPr anchor="t">
            <a:normAutofit/>
          </a:bodyPr>
          <a:lstStyle/>
          <a:p>
            <a:r>
              <a:rPr lang="en-US" dirty="0"/>
              <a:t>Corporate Liability for Breach of Confidentiality</a:t>
            </a:r>
          </a:p>
        </p:txBody>
      </p:sp>
      <p:sp>
        <p:nvSpPr>
          <p:cNvPr id="3" name="Content Placeholder 2">
            <a:extLst>
              <a:ext uri="{FF2B5EF4-FFF2-40B4-BE49-F238E27FC236}">
                <a16:creationId xmlns:a16="http://schemas.microsoft.com/office/drawing/2014/main" id="{B274151E-F187-DD31-E3B5-08CAE694C8C7}"/>
              </a:ext>
            </a:extLst>
          </p:cNvPr>
          <p:cNvSpPr>
            <a:spLocks noGrp="1"/>
          </p:cNvSpPr>
          <p:nvPr>
            <p:ph idx="1"/>
          </p:nvPr>
        </p:nvSpPr>
        <p:spPr>
          <a:xfrm>
            <a:off x="313420" y="786780"/>
            <a:ext cx="11875405" cy="5882580"/>
          </a:xfrm>
        </p:spPr>
        <p:txBody>
          <a:bodyPr vert="horz" lIns="91440" tIns="45720" rIns="91440" bIns="45720" rtlCol="0" anchor="t">
            <a:normAutofit fontScale="85000" lnSpcReduction="20000"/>
          </a:bodyPr>
          <a:lstStyle/>
          <a:p>
            <a:r>
              <a:rPr lang="en-US" b="1" dirty="0"/>
              <a:t>Section 85 – Criminal Liability of Companies</a:t>
            </a:r>
            <a:endParaRPr lang="en-US" dirty="0"/>
          </a:p>
          <a:p>
            <a:r>
              <a:rPr lang="en-US" b="1" dirty="0"/>
              <a:t>Sub‑section (1)  </a:t>
            </a:r>
            <a:r>
              <a:rPr lang="en-US" dirty="0"/>
              <a:t>If a contravention is committed by a </a:t>
            </a:r>
            <a:r>
              <a:rPr lang="en-US" b="1" dirty="0"/>
              <a:t>company</a:t>
            </a:r>
            <a:r>
              <a:rPr lang="en-US" dirty="0"/>
              <a:t>, both:</a:t>
            </a:r>
          </a:p>
          <a:p>
            <a:pPr lvl="1"/>
            <a:r>
              <a:rPr lang="en-US" dirty="0"/>
              <a:t>The </a:t>
            </a:r>
            <a:r>
              <a:rPr lang="en-US" b="1" dirty="0"/>
              <a:t>company</a:t>
            </a:r>
            <a:r>
              <a:rPr lang="en-US" dirty="0"/>
              <a:t>; and</a:t>
            </a:r>
          </a:p>
          <a:p>
            <a:pPr lvl="1"/>
            <a:r>
              <a:rPr lang="en-US" b="1" dirty="0"/>
              <a:t>Every person</a:t>
            </a:r>
            <a:r>
              <a:rPr lang="en-US" dirty="0"/>
              <a:t> who at the time was </a:t>
            </a:r>
            <a:r>
              <a:rPr lang="en-US" b="1" dirty="0"/>
              <a:t>in charge of and responsible to the company</a:t>
            </a:r>
            <a:r>
              <a:rPr lang="en-US" dirty="0"/>
              <a:t> for the conduct of business</a:t>
            </a:r>
            <a:br>
              <a:rPr lang="en-US" dirty="0"/>
            </a:br>
            <a:r>
              <a:rPr lang="en-US" dirty="0"/>
              <a:t>shall be guilty and liable to be punished.</a:t>
            </a:r>
          </a:p>
          <a:p>
            <a:r>
              <a:rPr lang="en-US" b="1" dirty="0" err="1"/>
              <a:t>Defence</a:t>
            </a:r>
            <a:r>
              <a:rPr lang="en-US" b="1" dirty="0"/>
              <a:t> :</a:t>
            </a:r>
            <a:r>
              <a:rPr lang="en-US" dirty="0"/>
              <a:t> A person can escape liability if they prove:</a:t>
            </a:r>
          </a:p>
          <a:p>
            <a:pPr lvl="1"/>
            <a:r>
              <a:rPr lang="en-US" dirty="0"/>
              <a:t>The contravention took place </a:t>
            </a:r>
            <a:r>
              <a:rPr lang="en-US" b="1" dirty="0"/>
              <a:t>without his knowledge or </a:t>
            </a:r>
            <a:r>
              <a:rPr lang="en-US" dirty="0"/>
              <a:t>He </a:t>
            </a:r>
            <a:r>
              <a:rPr lang="en-US" b="1" dirty="0"/>
              <a:t>exercised all due diligence</a:t>
            </a:r>
            <a:r>
              <a:rPr lang="en-US" dirty="0"/>
              <a:t> to prevent it.</a:t>
            </a:r>
          </a:p>
          <a:p>
            <a:r>
              <a:rPr lang="en-US" b="1" dirty="0"/>
              <a:t>Sub‑section (2)   </a:t>
            </a:r>
            <a:r>
              <a:rPr lang="en-US" dirty="0"/>
              <a:t>If the contravention is proved to have taken place with the </a:t>
            </a:r>
            <a:r>
              <a:rPr lang="en-US" b="1" dirty="0"/>
              <a:t>consent or connivance</a:t>
            </a:r>
            <a:r>
              <a:rPr lang="en-US" dirty="0"/>
              <a:t> of, or is attributable to </a:t>
            </a:r>
            <a:r>
              <a:rPr lang="en-US" b="1" dirty="0"/>
              <a:t>neglect</a:t>
            </a:r>
            <a:r>
              <a:rPr lang="en-US" dirty="0"/>
              <a:t> on the part of any </a:t>
            </a:r>
            <a:r>
              <a:rPr lang="en-US" b="1" dirty="0"/>
              <a:t>director, manager, secretary or other officer</a:t>
            </a:r>
            <a:r>
              <a:rPr lang="en-US" dirty="0"/>
              <a:t>, that person shall also be deemed guilty.</a:t>
            </a:r>
          </a:p>
          <a:p>
            <a:r>
              <a:rPr lang="en-US" b="1" dirty="0"/>
              <a:t>Definition</a:t>
            </a:r>
            <a:endParaRPr lang="en-US" dirty="0"/>
          </a:p>
          <a:p>
            <a:pPr lvl="1"/>
            <a:r>
              <a:rPr lang="en-US" i="1" dirty="0"/>
              <a:t>Company</a:t>
            </a:r>
            <a:r>
              <a:rPr lang="en-US" dirty="0"/>
              <a:t> includes a body corporate, firm or other association of individuals.</a:t>
            </a:r>
          </a:p>
          <a:p>
            <a:pPr lvl="1"/>
            <a:r>
              <a:rPr lang="en-US" i="1" dirty="0"/>
              <a:t>Director</a:t>
            </a:r>
            <a:r>
              <a:rPr lang="en-US" dirty="0"/>
              <a:t> in relation to a firm means a partner in the firm.</a:t>
            </a:r>
          </a:p>
          <a:p>
            <a:r>
              <a:rPr lang="en-US" b="1" dirty="0"/>
              <a:t>Case Law: Avnish Bajaj v. State (Delhi High Court)</a:t>
            </a:r>
            <a:endParaRPr lang="en-US" dirty="0"/>
          </a:p>
          <a:p>
            <a:pPr lvl="1"/>
            <a:r>
              <a:rPr lang="en-US" dirty="0"/>
              <a:t>Directors can be proceeded against under Section 67 read with Section 85 </a:t>
            </a:r>
            <a:r>
              <a:rPr lang="en-US" b="1" dirty="0"/>
              <a:t>even without the company being made an accused</a:t>
            </a:r>
            <a:r>
              <a:rPr lang="en-US" dirty="0"/>
              <a:t>.</a:t>
            </a:r>
          </a:p>
          <a:p>
            <a:pPr lvl="1"/>
            <a:r>
              <a:rPr lang="en-US" dirty="0"/>
              <a:t>Once deemed criminal liability is attracted, the </a:t>
            </a:r>
            <a:r>
              <a:rPr lang="en-US" b="1" dirty="0"/>
              <a:t>burden shifts to the accused</a:t>
            </a:r>
            <a:r>
              <a:rPr lang="en-US" dirty="0"/>
              <a:t> to rebut the presumption (lack of knowledge or due diligence).</a:t>
            </a:r>
          </a:p>
        </p:txBody>
      </p:sp>
    </p:spTree>
    <p:extLst>
      <p:ext uri="{BB962C8B-B14F-4D97-AF65-F5344CB8AC3E}">
        <p14:creationId xmlns:p14="http://schemas.microsoft.com/office/powerpoint/2010/main" val="42659502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C69561-9CB2-611B-41C2-59C3720D20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A3D10F-0F04-C37A-EFF7-13D3590F027B}"/>
              </a:ext>
            </a:extLst>
          </p:cNvPr>
          <p:cNvSpPr>
            <a:spLocks noGrp="1"/>
          </p:cNvSpPr>
          <p:nvPr>
            <p:ph type="title"/>
          </p:nvPr>
        </p:nvSpPr>
        <p:spPr>
          <a:xfrm>
            <a:off x="313420" y="188640"/>
            <a:ext cx="10749544" cy="1447800"/>
          </a:xfrm>
        </p:spPr>
        <p:txBody>
          <a:bodyPr anchor="t">
            <a:normAutofit/>
          </a:bodyPr>
          <a:lstStyle/>
          <a:p>
            <a:r>
              <a:rPr lang="en-US" dirty="0"/>
              <a:t>Securing Confidentiality through Certifying Authorities</a:t>
            </a:r>
          </a:p>
        </p:txBody>
      </p:sp>
      <p:sp>
        <p:nvSpPr>
          <p:cNvPr id="3" name="Content Placeholder 2">
            <a:extLst>
              <a:ext uri="{FF2B5EF4-FFF2-40B4-BE49-F238E27FC236}">
                <a16:creationId xmlns:a16="http://schemas.microsoft.com/office/drawing/2014/main" id="{1806F8F1-ABC8-E3B8-A9F7-A04837A85EEF}"/>
              </a:ext>
            </a:extLst>
          </p:cNvPr>
          <p:cNvSpPr>
            <a:spLocks noGrp="1"/>
          </p:cNvSpPr>
          <p:nvPr>
            <p:ph idx="1"/>
          </p:nvPr>
        </p:nvSpPr>
        <p:spPr>
          <a:xfrm>
            <a:off x="313420" y="786780"/>
            <a:ext cx="11875405" cy="5882580"/>
          </a:xfrm>
        </p:spPr>
        <p:txBody>
          <a:bodyPr vert="horz" lIns="91440" tIns="45720" rIns="91440" bIns="45720" rtlCol="0" anchor="t">
            <a:normAutofit fontScale="85000" lnSpcReduction="10000"/>
          </a:bodyPr>
          <a:lstStyle/>
          <a:p>
            <a:r>
              <a:rPr lang="en-US" b="1" dirty="0"/>
              <a:t>Role of Certifying Authorities (CAs)</a:t>
            </a:r>
            <a:br>
              <a:rPr lang="en-US" dirty="0"/>
            </a:br>
            <a:r>
              <a:rPr lang="en-US" dirty="0"/>
              <a:t>Licensed entities that issue Digital Signature Certificates (DSCs). They are responsible for verifying subscriber identity and maintaining integrity of the digital signature ecosystem.</a:t>
            </a:r>
          </a:p>
          <a:p>
            <a:r>
              <a:rPr lang="en-US" b="1" dirty="0"/>
              <a:t>Rule 19 – Security Guidelines for CAs</a:t>
            </a:r>
            <a:endParaRPr lang="en-US" dirty="0"/>
          </a:p>
          <a:p>
            <a:pPr lvl="1"/>
            <a:r>
              <a:rPr lang="en-US" dirty="0"/>
              <a:t>CAs have </a:t>
            </a:r>
            <a:r>
              <a:rPr lang="en-US" b="1" dirty="0"/>
              <a:t>sole responsibility</a:t>
            </a:r>
            <a:r>
              <a:rPr lang="en-US" dirty="0"/>
              <a:t> for integrity, confidentiality and protection of information assets.</a:t>
            </a:r>
          </a:p>
          <a:p>
            <a:pPr lvl="1"/>
            <a:r>
              <a:rPr lang="en-US" dirty="0"/>
              <a:t>Must consider classification, labelling, storage, access, and destruction of information according to </a:t>
            </a:r>
            <a:r>
              <a:rPr lang="en-US" b="1" dirty="0"/>
              <a:t>value, sensitivity and importance</a:t>
            </a:r>
            <a:r>
              <a:rPr lang="en-US" dirty="0"/>
              <a:t>.</a:t>
            </a:r>
          </a:p>
          <a:p>
            <a:pPr lvl="1"/>
            <a:r>
              <a:rPr lang="en-US" dirty="0"/>
              <a:t>Must formulate </a:t>
            </a:r>
            <a:r>
              <a:rPr lang="en-US" b="1" dirty="0"/>
              <a:t>IT and Security Policy</a:t>
            </a:r>
            <a:r>
              <a:rPr lang="en-US" dirty="0"/>
              <a:t> and submit to the Controller; any changes to be reported within two weeks.</a:t>
            </a:r>
          </a:p>
          <a:p>
            <a:r>
              <a:rPr lang="en-US" b="1" dirty="0"/>
              <a:t>Rule 20 – Commencement of Operations</a:t>
            </a:r>
            <a:br>
              <a:rPr lang="en-US" dirty="0"/>
            </a:br>
            <a:r>
              <a:rPr lang="en-US" dirty="0"/>
              <a:t>A licensed CA may commence commercial operation only after:</a:t>
            </a:r>
          </a:p>
          <a:p>
            <a:pPr lvl="1"/>
            <a:r>
              <a:rPr lang="en-US" dirty="0"/>
              <a:t>Adoption of Certification Practice Statement (CPS) confirmed to Controller;</a:t>
            </a:r>
          </a:p>
          <a:p>
            <a:pPr lvl="1"/>
            <a:r>
              <a:rPr lang="en-US" dirty="0"/>
              <a:t>Generation of key pair and submission of public key to Controller;</a:t>
            </a:r>
          </a:p>
          <a:p>
            <a:pPr lvl="1"/>
            <a:r>
              <a:rPr lang="en-US" dirty="0"/>
              <a:t>Audit by accredited auditor;</a:t>
            </a:r>
          </a:p>
          <a:p>
            <a:pPr lvl="1"/>
            <a:r>
              <a:rPr lang="en-US" dirty="0"/>
              <a:t>Submission of cross‑certification arrangements.</a:t>
            </a:r>
          </a:p>
          <a:p>
            <a:r>
              <a:rPr lang="en-US" b="1" dirty="0"/>
              <a:t>Controller’s Power to Give Directions</a:t>
            </a:r>
            <a:endParaRPr lang="en-US" dirty="0"/>
          </a:p>
          <a:p>
            <a:pPr lvl="1"/>
            <a:r>
              <a:rPr lang="en-US" dirty="0"/>
              <a:t>Controller may order a CA or its employee to take measures or cease activities to ensure compliance.</a:t>
            </a:r>
          </a:p>
          <a:p>
            <a:pPr lvl="1"/>
            <a:r>
              <a:rPr lang="en-US" b="1" dirty="0"/>
              <a:t>Punishment for non‑compliance (intentional/knowing):</a:t>
            </a:r>
            <a:r>
              <a:rPr lang="en-US" dirty="0"/>
              <a:t> Imprisonment up to </a:t>
            </a:r>
            <a:r>
              <a:rPr lang="en-US" b="1" dirty="0"/>
              <a:t>2 years</a:t>
            </a:r>
            <a:r>
              <a:rPr lang="en-US" dirty="0"/>
              <a:t> OR fine up to </a:t>
            </a:r>
            <a:r>
              <a:rPr lang="en-US" b="1" dirty="0"/>
              <a:t>₹1 lakh</a:t>
            </a:r>
            <a:r>
              <a:rPr lang="en-US" dirty="0"/>
              <a:t> OR both.</a:t>
            </a:r>
          </a:p>
        </p:txBody>
      </p:sp>
    </p:spTree>
    <p:extLst>
      <p:ext uri="{BB962C8B-B14F-4D97-AF65-F5344CB8AC3E}">
        <p14:creationId xmlns:p14="http://schemas.microsoft.com/office/powerpoint/2010/main" val="30679914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E9CDA1-AF5D-CB5E-3913-C173502863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F9428A-D19B-7D50-CB88-5F8B515411E4}"/>
              </a:ext>
            </a:extLst>
          </p:cNvPr>
          <p:cNvSpPr>
            <a:spLocks noGrp="1"/>
          </p:cNvSpPr>
          <p:nvPr>
            <p:ph type="title"/>
          </p:nvPr>
        </p:nvSpPr>
        <p:spPr>
          <a:xfrm>
            <a:off x="313420" y="188640"/>
            <a:ext cx="10749544" cy="1447800"/>
          </a:xfrm>
        </p:spPr>
        <p:txBody>
          <a:bodyPr anchor="t">
            <a:normAutofit/>
          </a:bodyPr>
          <a:lstStyle/>
          <a:p>
            <a:r>
              <a:rPr lang="en-IN" dirty="0"/>
              <a:t>Protected Systems &amp; Critical Infrastructure</a:t>
            </a:r>
          </a:p>
        </p:txBody>
      </p:sp>
      <p:sp>
        <p:nvSpPr>
          <p:cNvPr id="3" name="Content Placeholder 2">
            <a:extLst>
              <a:ext uri="{FF2B5EF4-FFF2-40B4-BE49-F238E27FC236}">
                <a16:creationId xmlns:a16="http://schemas.microsoft.com/office/drawing/2014/main" id="{87DC733B-64FC-86C6-6A11-62A168333DD1}"/>
              </a:ext>
            </a:extLst>
          </p:cNvPr>
          <p:cNvSpPr>
            <a:spLocks noGrp="1"/>
          </p:cNvSpPr>
          <p:nvPr>
            <p:ph idx="1"/>
          </p:nvPr>
        </p:nvSpPr>
        <p:spPr>
          <a:xfrm>
            <a:off x="313420" y="786780"/>
            <a:ext cx="11875405" cy="5882580"/>
          </a:xfrm>
        </p:spPr>
        <p:txBody>
          <a:bodyPr vert="horz" lIns="91440" tIns="45720" rIns="91440" bIns="45720" rtlCol="0" anchor="t">
            <a:normAutofit fontScale="92500" lnSpcReduction="20000"/>
          </a:bodyPr>
          <a:lstStyle/>
          <a:p>
            <a:r>
              <a:rPr lang="en-US" b="1" dirty="0"/>
              <a:t>Section 70 – Protected System</a:t>
            </a:r>
            <a:endParaRPr lang="en-US" dirty="0"/>
          </a:p>
          <a:p>
            <a:pPr lvl="1"/>
            <a:r>
              <a:rPr lang="en-US" dirty="0"/>
              <a:t>The appropriate Government may declare any computer resource that directly or indirectly affects </a:t>
            </a:r>
            <a:r>
              <a:rPr lang="en-US" b="1" dirty="0"/>
              <a:t>Critical Information Infrastructure</a:t>
            </a:r>
            <a:r>
              <a:rPr lang="en-US" dirty="0"/>
              <a:t> (CII) as a </a:t>
            </a:r>
            <a:r>
              <a:rPr lang="en-US" b="1" dirty="0"/>
              <a:t>protected system</a:t>
            </a:r>
            <a:r>
              <a:rPr lang="en-US" dirty="0"/>
              <a:t>.</a:t>
            </a:r>
          </a:p>
          <a:p>
            <a:r>
              <a:rPr lang="en-US" b="1" dirty="0"/>
              <a:t>What is Critical Information Infrastructure?</a:t>
            </a:r>
            <a:br>
              <a:rPr lang="en-US" dirty="0"/>
            </a:br>
            <a:r>
              <a:rPr lang="en-US" i="1" dirty="0"/>
              <a:t>“The computer resource, the incapacitation or destruction of which, shall have debilitating impact on national security, economy, public health or safety.”</a:t>
            </a:r>
            <a:endParaRPr lang="en-US" dirty="0"/>
          </a:p>
          <a:p>
            <a:r>
              <a:rPr lang="en-US" b="1" dirty="0"/>
              <a:t>Authorised Access</a:t>
            </a:r>
            <a:endParaRPr lang="en-US" dirty="0"/>
          </a:p>
          <a:p>
            <a:pPr lvl="1"/>
            <a:r>
              <a:rPr lang="en-US" dirty="0"/>
              <a:t>The appropriate Government may authorise in writing the persons who can access the protected system.</a:t>
            </a:r>
          </a:p>
          <a:p>
            <a:r>
              <a:rPr lang="en-US" b="1" dirty="0"/>
              <a:t>Offence &amp; Punishment</a:t>
            </a:r>
            <a:endParaRPr lang="en-US" dirty="0"/>
          </a:p>
          <a:p>
            <a:pPr lvl="1"/>
            <a:r>
              <a:rPr lang="en-US" dirty="0"/>
              <a:t>Any person who </a:t>
            </a:r>
            <a:r>
              <a:rPr lang="en-US" b="1" dirty="0"/>
              <a:t>secures access or attempts to secure access</a:t>
            </a:r>
            <a:r>
              <a:rPr lang="en-US" dirty="0"/>
              <a:t> to a protected system in contravention of the section shall be punished with imprisonment of either description for a term which may extend to </a:t>
            </a:r>
            <a:r>
              <a:rPr lang="en-US" b="1" dirty="0"/>
              <a:t>ten years</a:t>
            </a:r>
            <a:r>
              <a:rPr lang="en-US" dirty="0"/>
              <a:t> and shall also be liable to fine.</a:t>
            </a:r>
          </a:p>
          <a:p>
            <a:r>
              <a:rPr lang="en-US" b="1" dirty="0"/>
              <a:t>Legal Status</a:t>
            </a:r>
            <a:endParaRPr lang="en-US" dirty="0"/>
          </a:p>
          <a:p>
            <a:pPr lvl="1"/>
            <a:r>
              <a:rPr lang="en-US" dirty="0"/>
              <a:t>Offence is </a:t>
            </a:r>
            <a:r>
              <a:rPr lang="en-US" b="1" dirty="0"/>
              <a:t>cognizable</a:t>
            </a:r>
            <a:r>
              <a:rPr lang="en-US" dirty="0"/>
              <a:t> and </a:t>
            </a:r>
            <a:r>
              <a:rPr lang="en-US" b="1" dirty="0"/>
              <a:t>non‑bailable</a:t>
            </a:r>
            <a:r>
              <a:rPr lang="en-US" dirty="0"/>
              <a:t> under Section 77B.</a:t>
            </a:r>
          </a:p>
          <a:p>
            <a:r>
              <a:rPr lang="en-US" b="1" dirty="0"/>
              <a:t>Security Practices</a:t>
            </a:r>
            <a:endParaRPr lang="en-US" dirty="0"/>
          </a:p>
          <a:p>
            <a:pPr lvl="1"/>
            <a:r>
              <a:rPr lang="en-US" dirty="0"/>
              <a:t>Central Government shall prescribe information security practices and procedures for such protected systems.</a:t>
            </a:r>
          </a:p>
          <a:p>
            <a:endParaRPr lang="en-US" dirty="0"/>
          </a:p>
        </p:txBody>
      </p:sp>
    </p:spTree>
    <p:extLst>
      <p:ext uri="{BB962C8B-B14F-4D97-AF65-F5344CB8AC3E}">
        <p14:creationId xmlns:p14="http://schemas.microsoft.com/office/powerpoint/2010/main" val="21628353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1F3981-F2EC-B837-D9FC-C153256C56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03105C-125C-1D7F-5FD3-441F6FD8C70E}"/>
              </a:ext>
            </a:extLst>
          </p:cNvPr>
          <p:cNvSpPr>
            <a:spLocks noGrp="1"/>
          </p:cNvSpPr>
          <p:nvPr>
            <p:ph type="title"/>
          </p:nvPr>
        </p:nvSpPr>
        <p:spPr>
          <a:xfrm>
            <a:off x="313420" y="188640"/>
            <a:ext cx="10749544" cy="1447800"/>
          </a:xfrm>
        </p:spPr>
        <p:txBody>
          <a:bodyPr anchor="t">
            <a:normAutofit/>
          </a:bodyPr>
          <a:lstStyle/>
          <a:p>
            <a:r>
              <a:rPr lang="en-IN" dirty="0"/>
              <a:t>Challenges &amp; Recommendations</a:t>
            </a:r>
          </a:p>
        </p:txBody>
      </p:sp>
      <p:sp>
        <p:nvSpPr>
          <p:cNvPr id="3" name="Content Placeholder 2">
            <a:extLst>
              <a:ext uri="{FF2B5EF4-FFF2-40B4-BE49-F238E27FC236}">
                <a16:creationId xmlns:a16="http://schemas.microsoft.com/office/drawing/2014/main" id="{D217A455-FC77-2AF0-9A30-F9C9492A29CA}"/>
              </a:ext>
            </a:extLst>
          </p:cNvPr>
          <p:cNvSpPr>
            <a:spLocks noGrp="1"/>
          </p:cNvSpPr>
          <p:nvPr>
            <p:ph idx="1"/>
          </p:nvPr>
        </p:nvSpPr>
        <p:spPr>
          <a:xfrm>
            <a:off x="313420" y="786780"/>
            <a:ext cx="11875405" cy="5882580"/>
          </a:xfrm>
        </p:spPr>
        <p:txBody>
          <a:bodyPr vert="horz" lIns="91440" tIns="45720" rIns="91440" bIns="45720" rtlCol="0" anchor="t">
            <a:normAutofit fontScale="85000" lnSpcReduction="20000"/>
          </a:bodyPr>
          <a:lstStyle/>
          <a:p>
            <a:r>
              <a:rPr lang="en-US" b="1" dirty="0"/>
              <a:t>Challenges in Enforcement</a:t>
            </a:r>
            <a:endParaRPr lang="en-US" dirty="0"/>
          </a:p>
          <a:p>
            <a:pPr lvl="1"/>
            <a:r>
              <a:rPr lang="en-US" b="1" dirty="0"/>
              <a:t>Jurisdictional issues</a:t>
            </a:r>
            <a:r>
              <a:rPr lang="en-US" dirty="0"/>
              <a:t> – cybercrimes often cross borders.</a:t>
            </a:r>
          </a:p>
          <a:p>
            <a:pPr lvl="1"/>
            <a:r>
              <a:rPr lang="en-US" b="1" dirty="0"/>
              <a:t>Digital evidence</a:t>
            </a:r>
            <a:r>
              <a:rPr lang="en-US" dirty="0"/>
              <a:t> – collection and preservation require specialised skills.</a:t>
            </a:r>
          </a:p>
          <a:p>
            <a:pPr lvl="1"/>
            <a:r>
              <a:rPr lang="en-US" b="1" dirty="0"/>
              <a:t>Rapid technological change</a:t>
            </a:r>
            <a:r>
              <a:rPr lang="en-US" dirty="0"/>
              <a:t> – laws struggle to keep pace.</a:t>
            </a:r>
          </a:p>
          <a:p>
            <a:pPr lvl="1"/>
            <a:r>
              <a:rPr lang="en-US" b="1" dirty="0"/>
              <a:t>Balancing privacy vs. investigation</a:t>
            </a:r>
            <a:r>
              <a:rPr lang="en-US" dirty="0"/>
              <a:t> – tension between individual rights and state security.</a:t>
            </a:r>
          </a:p>
          <a:p>
            <a:pPr lvl="1"/>
            <a:r>
              <a:rPr lang="en-US" b="1" dirty="0"/>
              <a:t>Awareness gap</a:t>
            </a:r>
            <a:r>
              <a:rPr lang="en-US" dirty="0"/>
              <a:t> – among both citizens and law enforcement.</a:t>
            </a:r>
          </a:p>
          <a:p>
            <a:r>
              <a:rPr lang="en-US" b="1" dirty="0"/>
              <a:t>Recommendations</a:t>
            </a:r>
            <a:endParaRPr lang="en-US" dirty="0"/>
          </a:p>
          <a:p>
            <a:pPr lvl="1"/>
            <a:r>
              <a:rPr lang="en-US" b="1" dirty="0"/>
              <a:t>Strengthen due diligence obligations</a:t>
            </a:r>
            <a:r>
              <a:rPr lang="en-US" dirty="0"/>
              <a:t> for intermediaries with clear compliance standards.</a:t>
            </a:r>
          </a:p>
          <a:p>
            <a:pPr lvl="1"/>
            <a:r>
              <a:rPr lang="en-US" b="1" dirty="0"/>
              <a:t>Enhance penalties</a:t>
            </a:r>
            <a:r>
              <a:rPr lang="en-US" dirty="0"/>
              <a:t> for repeated violations, especially in commercial data breaches.</a:t>
            </a:r>
          </a:p>
          <a:p>
            <a:pPr lvl="1"/>
            <a:r>
              <a:rPr lang="en-US" b="1" dirty="0"/>
              <a:t>Capacity building</a:t>
            </a:r>
            <a:r>
              <a:rPr lang="en-US" dirty="0"/>
              <a:t> – train police, prosecutors, and judges on cyber law and digital forensics.</a:t>
            </a:r>
          </a:p>
          <a:p>
            <a:pPr lvl="1"/>
            <a:r>
              <a:rPr lang="en-US" b="1" dirty="0"/>
              <a:t>Public awareness</a:t>
            </a:r>
            <a:r>
              <a:rPr lang="en-US" dirty="0"/>
              <a:t> campaigns to educate citizens about their rights under Sections 72 and 72A.</a:t>
            </a:r>
          </a:p>
          <a:p>
            <a:pPr lvl="1"/>
            <a:r>
              <a:rPr lang="en-US" b="1" dirty="0"/>
              <a:t>Harmonise with DPDP Act</a:t>
            </a:r>
            <a:r>
              <a:rPr lang="en-US" dirty="0"/>
              <a:t> – ensure consistent interpretation and application.</a:t>
            </a:r>
          </a:p>
          <a:p>
            <a:r>
              <a:rPr lang="en-US" b="1" dirty="0"/>
              <a:t>Concluding Remarks</a:t>
            </a:r>
            <a:br>
              <a:rPr lang="en-US" dirty="0"/>
            </a:br>
            <a:r>
              <a:rPr lang="en-US" dirty="0"/>
              <a:t>The IT Act provides a robust foundation to protect confidentiality and privacy in cyberspace. However, effective enforcement, continuous judicial guidance, and active collaboration between all stakeholders are essential to secure the digital rights of citizens and uphold the rule of law in the digital age.</a:t>
            </a:r>
          </a:p>
          <a:p>
            <a:br>
              <a:rPr lang="en-US" dirty="0"/>
            </a:br>
            <a:endParaRPr lang="en-US" dirty="0"/>
          </a:p>
        </p:txBody>
      </p:sp>
    </p:spTree>
    <p:extLst>
      <p:ext uri="{BB962C8B-B14F-4D97-AF65-F5344CB8AC3E}">
        <p14:creationId xmlns:p14="http://schemas.microsoft.com/office/powerpoint/2010/main" val="19249204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AE308-3076-43DB-B834-DA0B0AE19AF9}"/>
              </a:ext>
            </a:extLst>
          </p:cNvPr>
          <p:cNvSpPr>
            <a:spLocks noGrp="1"/>
          </p:cNvSpPr>
          <p:nvPr>
            <p:ph type="title"/>
          </p:nvPr>
        </p:nvSpPr>
        <p:spPr>
          <a:xfrm>
            <a:off x="5086300" y="332656"/>
            <a:ext cx="4572000" cy="5867400"/>
          </a:xfrm>
        </p:spPr>
        <p:txBody>
          <a:bodyPr>
            <a:normAutofit/>
          </a:bodyPr>
          <a:lstStyle/>
          <a:p>
            <a:r>
              <a:rPr lang="en-US" dirty="0"/>
              <a:t>Thank you</a:t>
            </a:r>
          </a:p>
        </p:txBody>
      </p:sp>
    </p:spTree>
    <p:extLst>
      <p:ext uri="{BB962C8B-B14F-4D97-AF65-F5344CB8AC3E}">
        <p14:creationId xmlns:p14="http://schemas.microsoft.com/office/powerpoint/2010/main" val="3103683689"/>
      </p:ext>
    </p:extLst>
  </p:cSld>
  <p:clrMapOvr>
    <a:masterClrMapping/>
  </p:clrMapOvr>
</p:sld>
</file>

<file path=ppt/theme/theme1.xml><?xml version="1.0" encoding="utf-8"?>
<a:theme xmlns:a="http://schemas.openxmlformats.org/drawingml/2006/main" name="Custom">
  <a:themeElements>
    <a:clrScheme name="Custom 174">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E1EAED"/>
      </a:accent6>
      <a:hlink>
        <a:srgbClr val="9454C3"/>
      </a:hlink>
      <a:folHlink>
        <a:srgbClr val="3EBBF0"/>
      </a:folHlink>
    </a:clrScheme>
    <a:fontScheme name="Custom 30">
      <a:majorFont>
        <a:latin typeface="Century Gothic"/>
        <a:ea typeface=""/>
        <a:cs typeface=""/>
      </a:majorFont>
      <a:minorFont>
        <a:latin typeface="Century Gothic"/>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dirty="0"/>
        </a:defPPr>
      </a:lstStyle>
      <a:style>
        <a:lnRef idx="1">
          <a:schemeClr val="accent2"/>
        </a:lnRef>
        <a:fillRef idx="2">
          <a:schemeClr val="accent2"/>
        </a:fillRef>
        <a:effectRef idx="1">
          <a:schemeClr val="accent2"/>
        </a:effectRef>
        <a:fontRef idx="minor">
          <a:schemeClr val="dk1"/>
        </a:fontRef>
      </a:style>
    </a:spDef>
    <a:lnDef>
      <a:spPr/>
      <a:bodyPr/>
      <a:lstStyle/>
      <a:style>
        <a:lnRef idx="1">
          <a:schemeClr val="accent1"/>
        </a:lnRef>
        <a:fillRef idx="0">
          <a:schemeClr val="accent1"/>
        </a:fillRef>
        <a:effectRef idx="0">
          <a:schemeClr val="accent1"/>
        </a:effectRef>
        <a:fontRef idx="minor">
          <a:schemeClr val="tx1"/>
        </a:fontRef>
      </a:style>
    </a:lnDef>
    <a:txDef>
      <a:spPr>
        <a:noFill/>
        <a:ln>
          <a:solidFill>
            <a:schemeClr val="bg2"/>
          </a:solidFill>
        </a:ln>
      </a:spPr>
      <a:bodyPr wrap="square" rtlCol="0" anchor="ctr" anchorCtr="1">
        <a:spAutoFit/>
      </a:bodyPr>
      <a:lstStyle>
        <a:defPPr>
          <a:defRPr dirty="0" smtClean="0"/>
        </a:defPPr>
      </a:lstStyle>
    </a:txDef>
  </a:objectDefaults>
  <a:extraClrSchemeLst/>
  <a:extLst>
    <a:ext uri="{05A4C25C-085E-4340-85A3-A5531E510DB2}">
      <thm15:themeFamily xmlns:thm15="http://schemas.microsoft.com/office/thememl/2012/main" name="TM03460663_win32_LW_V7.potx" id="{B4376E67-A46A-4922-AE0D-3354FC109E20}" vid="{F49CC2A7-BC98-4F28-8A83-D1D23E8024B9}"/>
    </a:ext>
  </a:extLst>
</a:theme>
</file>

<file path=ppt/theme/theme2.xml><?xml version="1.0" encoding="utf-8"?>
<a:theme xmlns:a="http://schemas.openxmlformats.org/drawingml/2006/main" name="Office Theme">
  <a:themeElements>
    <a:clrScheme name="Blue Red">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Century Gothic-Palatino Linotype">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panose="0204050205050503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Office Theme">
  <a:themeElements>
    <a:clrScheme name="Blue Red">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Century Gothic-Palatino Linotype">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panose="0204050205050503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20C06458-EC9A-428C-9123-A760B9587A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C37B52A-9EC8-4B7A-85C4-31F7EAFE403D}">
  <ds:schemaRefs>
    <ds:schemaRef ds:uri="http://schemas.microsoft.com/sharepoint/v3/contenttype/forms"/>
  </ds:schemaRefs>
</ds:datastoreItem>
</file>

<file path=customXml/itemProps3.xml><?xml version="1.0" encoding="utf-8"?>
<ds:datastoreItem xmlns:ds="http://schemas.openxmlformats.org/officeDocument/2006/customXml" ds:itemID="{AF050606-E255-48B6-AE23-CE03A589EB22}">
  <ds:schemaRefs>
    <ds:schemaRef ds:uri="http://schemas.microsoft.com/office/infopath/2007/PartnerControls"/>
    <ds:schemaRef ds:uri="http://schemas.microsoft.com/office/2006/metadata/properties"/>
    <ds:schemaRef ds:uri="http://purl.org/dc/dcmitype/"/>
    <ds:schemaRef ds:uri="http://schemas.microsoft.com/office/2006/documentManagement/types"/>
    <ds:schemaRef ds:uri="http://purl.org/dc/elements/1.1/"/>
    <ds:schemaRef ds:uri="http://schemas.openxmlformats.org/package/2006/metadata/core-properties"/>
    <ds:schemaRef ds:uri="230e9df3-be65-4c73-a93b-d1236ebd677e"/>
    <ds:schemaRef ds:uri="16c05727-aa75-4e4a-9b5f-8a80a1165891"/>
    <ds:schemaRef ds:uri="http://schemas.microsoft.com/sharepoint/v3"/>
    <ds:schemaRef ds:uri="71af3243-3dd4-4a8d-8c0d-dd76da1f02a5"/>
    <ds:schemaRef ds:uri="http://www.w3.org/XML/1998/namespace"/>
    <ds:schemaRef ds:uri="http://purl.org/dc/te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Business strategy slides</Template>
  <TotalTime>27</TotalTime>
  <Words>1564</Words>
  <Application>Microsoft Office PowerPoint</Application>
  <PresentationFormat>Custom</PresentationFormat>
  <Paragraphs>116</Paragraphs>
  <Slides>11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Bahnschrift Condensed</vt:lpstr>
      <vt:lpstr>Century Gothic</vt:lpstr>
      <vt:lpstr>Palatino Linotype</vt:lpstr>
      <vt:lpstr>Custom</vt:lpstr>
      <vt:lpstr>Breach of Confidentiality  and Privacy under  the IT Act</vt:lpstr>
      <vt:lpstr>TOPICS </vt:lpstr>
      <vt:lpstr>Introduction: The Digital Landscape &amp; Cyber Threats</vt:lpstr>
      <vt:lpstr>Core Legal Provisions on Confidentiality &amp; Privacy</vt:lpstr>
      <vt:lpstr>Related Offences Impacting Privacy &amp; Data Integrity</vt:lpstr>
      <vt:lpstr>Procedural Aspects &amp; Enforcement Mechanisms</vt:lpstr>
      <vt:lpstr>Corporate Liability for Breach of Confidentiality</vt:lpstr>
      <vt:lpstr>Securing Confidentiality through Certifying Authorities</vt:lpstr>
      <vt:lpstr>Protected Systems &amp; Critical Infrastructure</vt:lpstr>
      <vt:lpstr>Challenges &amp; Recommendations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Mohamed Nihal</dc:creator>
  <cp:lastModifiedBy>Mohamed Nihal</cp:lastModifiedBy>
  <cp:revision>1</cp:revision>
  <dcterms:created xsi:type="dcterms:W3CDTF">2026-03-25T14:22:16Z</dcterms:created>
  <dcterms:modified xsi:type="dcterms:W3CDTF">2026-03-25T14:49:59Z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Order">
    <vt:r8>74069400</vt:r8>
  </property>
  <property fmtid="{D5CDD505-2E9C-101B-9397-08002B2CF9AE}" pid="4" name="HiddenCategoryTags">
    <vt:lpwstr/>
  </property>
  <property fmtid="{D5CDD505-2E9C-101B-9397-08002B2CF9AE}" pid="5" name="InternalTags">
    <vt:lpwstr/>
  </property>
  <property fmtid="{D5CDD505-2E9C-101B-9397-08002B2CF9AE}" pid="6" name="FeatureTags">
    <vt:lpwstr/>
  </property>
  <property fmtid="{D5CDD505-2E9C-101B-9397-08002B2CF9AE}" pid="7" name="LocalizationTags">
    <vt:lpwstr/>
  </property>
  <property fmtid="{D5CDD505-2E9C-101B-9397-08002B2CF9AE}" pid="8" name="CategoryTags">
    <vt:lpwstr/>
  </property>
  <property fmtid="{D5CDD505-2E9C-101B-9397-08002B2CF9AE}" pid="9" name="Applications">
    <vt:lpwstr/>
  </property>
  <property fmtid="{D5CDD505-2E9C-101B-9397-08002B2CF9AE}" pid="10" name="CampaignTags">
    <vt:lpwstr/>
  </property>
  <property fmtid="{D5CDD505-2E9C-101B-9397-08002B2CF9AE}" pid="11" name="ScenarioTags">
    <vt:lpwstr/>
  </property>
  <property fmtid="{D5CDD505-2E9C-101B-9397-08002B2CF9AE}" pid="12" name="MediaServiceImageTags">
    <vt:lpwstr/>
  </property>
</Properties>
</file>