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6" r:id="rId4"/>
  </p:sldMasterIdLst>
  <p:notesMasterIdLst>
    <p:notesMasterId r:id="rId16"/>
  </p:notesMasterIdLst>
  <p:handoutMasterIdLst>
    <p:handoutMasterId r:id="rId17"/>
  </p:handoutMasterIdLst>
  <p:sldIdLst>
    <p:sldId id="314" r:id="rId5"/>
    <p:sldId id="315" r:id="rId6"/>
    <p:sldId id="318" r:id="rId7"/>
    <p:sldId id="321" r:id="rId8"/>
    <p:sldId id="320" r:id="rId9"/>
    <p:sldId id="323" r:id="rId10"/>
    <p:sldId id="325" r:id="rId11"/>
    <p:sldId id="327" r:id="rId12"/>
    <p:sldId id="322" r:id="rId13"/>
    <p:sldId id="326" r:id="rId14"/>
    <p:sldId id="309"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360" userDrawn="1">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9E6DF"/>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72" autoAdjust="0"/>
    <p:restoredTop sz="95388" autoAdjust="0"/>
  </p:normalViewPr>
  <p:slideViewPr>
    <p:cSldViewPr snapToGrid="0">
      <p:cViewPr varScale="1">
        <p:scale>
          <a:sx n="78" d="100"/>
          <a:sy n="78" d="100"/>
        </p:scale>
        <p:origin x="878" y="72"/>
      </p:cViewPr>
      <p:guideLst>
        <p:guide orient="horz" pos="3360"/>
        <p:guide pos="3840"/>
      </p:guideLst>
    </p:cSldViewPr>
  </p:slideViewPr>
  <p:outlineViewPr>
    <p:cViewPr>
      <p:scale>
        <a:sx n="33" d="100"/>
        <a:sy n="33" d="100"/>
      </p:scale>
      <p:origin x="0" y="-12672"/>
    </p:cViewPr>
  </p:outlineViewPr>
  <p:notesTextViewPr>
    <p:cViewPr>
      <p:scale>
        <a:sx n="1" d="1"/>
        <a:sy n="1" d="1"/>
      </p:scale>
      <p:origin x="0" y="0"/>
    </p:cViewPr>
  </p:notesTextViewPr>
  <p:sorterViewPr>
    <p:cViewPr>
      <p:scale>
        <a:sx n="100" d="100"/>
        <a:sy n="100" d="100"/>
      </p:scale>
      <p:origin x="0" y="0"/>
    </p:cViewPr>
  </p:sorterViewPr>
  <p:notesViewPr>
    <p:cSldViewPr snapToGrid="0">
      <p:cViewPr>
        <p:scale>
          <a:sx n="1" d="2"/>
          <a:sy n="1" d="2"/>
        </p:scale>
        <p:origin x="3480" y="55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commentAuthors" Target="commentAuthors.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8/10/relationships/authors" Target="authors.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3F6ED8B-CF52-4A64-BACC-61D9C1041E0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0D7022B2-02C5-4E03-99BC-0BA3C57AC49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352A77B-D33C-49B3-A83C-450AA2ED72B3}" type="datetimeFigureOut">
              <a:rPr lang="en-US" smtClean="0"/>
              <a:t>3/24/2026</a:t>
            </a:fld>
            <a:endParaRPr lang="en-US" dirty="0"/>
          </a:p>
        </p:txBody>
      </p:sp>
      <p:sp>
        <p:nvSpPr>
          <p:cNvPr id="4" name="Footer Placeholder 3">
            <a:extLst>
              <a:ext uri="{FF2B5EF4-FFF2-40B4-BE49-F238E27FC236}">
                <a16:creationId xmlns:a16="http://schemas.microsoft.com/office/drawing/2014/main" id="{BC3FEE8C-8D38-4F2A-950E-071C6823E27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C567A6D-959B-4552-AB8D-4CCA819CAA7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BF9A36D-7FAC-478F-9944-F324014F6FD1}" type="slidenum">
              <a:rPr lang="en-US" smtClean="0"/>
              <a:t>‹#›</a:t>
            </a:fld>
            <a:endParaRPr lang="en-US" dirty="0"/>
          </a:p>
        </p:txBody>
      </p:sp>
    </p:spTree>
    <p:extLst>
      <p:ext uri="{BB962C8B-B14F-4D97-AF65-F5344CB8AC3E}">
        <p14:creationId xmlns:p14="http://schemas.microsoft.com/office/powerpoint/2010/main" val="13424676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8D8F9A-F5CB-4EF8-A859-ED5E107B9763}" type="datetimeFigureOut">
              <a:rPr lang="en-US" smtClean="0"/>
              <a:t>3/24/2026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B9A9E5-4F7F-4A7D-9DE1-899232329269}" type="slidenum">
              <a:rPr lang="en-US" smtClean="0"/>
              <a:t>‹#›</a:t>
            </a:fld>
            <a:endParaRPr lang="en-US" dirty="0"/>
          </a:p>
        </p:txBody>
      </p:sp>
    </p:spTree>
    <p:extLst>
      <p:ext uri="{BB962C8B-B14F-4D97-AF65-F5344CB8AC3E}">
        <p14:creationId xmlns:p14="http://schemas.microsoft.com/office/powerpoint/2010/main" val="13877831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4B9A9E5-4F7F-4A7D-9DE1-899232329269}" type="slidenum">
              <a:rPr lang="en-US" smtClean="0"/>
              <a:t>1</a:t>
            </a:fld>
            <a:endParaRPr lang="en-US" dirty="0"/>
          </a:p>
        </p:txBody>
      </p:sp>
    </p:spTree>
    <p:extLst>
      <p:ext uri="{BB962C8B-B14F-4D97-AF65-F5344CB8AC3E}">
        <p14:creationId xmlns:p14="http://schemas.microsoft.com/office/powerpoint/2010/main" val="25691378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4B9A9E5-4F7F-4A7D-9DE1-899232329269}" type="slidenum">
              <a:rPr lang="en-US" smtClean="0"/>
              <a:t>2</a:t>
            </a:fld>
            <a:endParaRPr lang="en-US" dirty="0"/>
          </a:p>
        </p:txBody>
      </p:sp>
    </p:spTree>
    <p:extLst>
      <p:ext uri="{BB962C8B-B14F-4D97-AF65-F5344CB8AC3E}">
        <p14:creationId xmlns:p14="http://schemas.microsoft.com/office/powerpoint/2010/main" val="16989693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4B9A9E5-4F7F-4A7D-9DE1-899232329269}" type="slidenum">
              <a:rPr lang="en-US" smtClean="0"/>
              <a:t>3</a:t>
            </a:fld>
            <a:endParaRPr lang="en-US" dirty="0"/>
          </a:p>
        </p:txBody>
      </p:sp>
    </p:spTree>
    <p:extLst>
      <p:ext uri="{BB962C8B-B14F-4D97-AF65-F5344CB8AC3E}">
        <p14:creationId xmlns:p14="http://schemas.microsoft.com/office/powerpoint/2010/main" val="6312420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0B2699-E54F-91D4-8498-70052F0454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6DC0A5-A7DD-B7FA-29FA-380A2ECAFF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ED7655-7B86-14DB-AC1F-48F49D98D5E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795BF64-19DB-E1E5-CD1A-4DEDAA682635}"/>
              </a:ext>
            </a:extLst>
          </p:cNvPr>
          <p:cNvSpPr>
            <a:spLocks noGrp="1"/>
          </p:cNvSpPr>
          <p:nvPr>
            <p:ph type="sldNum" sz="quarter" idx="5"/>
          </p:nvPr>
        </p:nvSpPr>
        <p:spPr/>
        <p:txBody>
          <a:bodyPr/>
          <a:lstStyle/>
          <a:p>
            <a:fld id="{D4B9A9E5-4F7F-4A7D-9DE1-899232329269}" type="slidenum">
              <a:rPr lang="en-US" smtClean="0"/>
              <a:t>4</a:t>
            </a:fld>
            <a:endParaRPr lang="en-US" dirty="0"/>
          </a:p>
        </p:txBody>
      </p:sp>
    </p:spTree>
    <p:extLst>
      <p:ext uri="{BB962C8B-B14F-4D97-AF65-F5344CB8AC3E}">
        <p14:creationId xmlns:p14="http://schemas.microsoft.com/office/powerpoint/2010/main" val="4024006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4B9A9E5-4F7F-4A7D-9DE1-899232329269}" type="slidenum">
              <a:rPr lang="en-US" smtClean="0"/>
              <a:t>5</a:t>
            </a:fld>
            <a:endParaRPr lang="en-US" dirty="0"/>
          </a:p>
        </p:txBody>
      </p:sp>
    </p:spTree>
    <p:extLst>
      <p:ext uri="{BB962C8B-B14F-4D97-AF65-F5344CB8AC3E}">
        <p14:creationId xmlns:p14="http://schemas.microsoft.com/office/powerpoint/2010/main" val="35551265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1FCE3B-458E-DFE4-24EC-25F73839DC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1B3F27-A162-3C51-7082-9DF3E39ABB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A8682A-6476-FA56-BDB2-6E4BC0115A8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D6A5D55-A1F2-CFC9-FD52-E4303A7D128F}"/>
              </a:ext>
            </a:extLst>
          </p:cNvPr>
          <p:cNvSpPr>
            <a:spLocks noGrp="1"/>
          </p:cNvSpPr>
          <p:nvPr>
            <p:ph type="sldNum" sz="quarter" idx="5"/>
          </p:nvPr>
        </p:nvSpPr>
        <p:spPr/>
        <p:txBody>
          <a:bodyPr/>
          <a:lstStyle/>
          <a:p>
            <a:fld id="{D4B9A9E5-4F7F-4A7D-9DE1-899232329269}" type="slidenum">
              <a:rPr lang="en-US" smtClean="0"/>
              <a:t>9</a:t>
            </a:fld>
            <a:endParaRPr lang="en-US" dirty="0"/>
          </a:p>
        </p:txBody>
      </p:sp>
    </p:spTree>
    <p:extLst>
      <p:ext uri="{BB962C8B-B14F-4D97-AF65-F5344CB8AC3E}">
        <p14:creationId xmlns:p14="http://schemas.microsoft.com/office/powerpoint/2010/main" val="26399234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4B9A9E5-4F7F-4A7D-9DE1-899232329269}" type="slidenum">
              <a:rPr lang="en-US" smtClean="0"/>
              <a:t>11</a:t>
            </a:fld>
            <a:endParaRPr lang="en-US" dirty="0"/>
          </a:p>
        </p:txBody>
      </p:sp>
    </p:spTree>
    <p:extLst>
      <p:ext uri="{BB962C8B-B14F-4D97-AF65-F5344CB8AC3E}">
        <p14:creationId xmlns:p14="http://schemas.microsoft.com/office/powerpoint/2010/main" val="242996659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6.svg"/><Relationship Id="rId4"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12.svg"/><Relationship Id="rId4" Type="http://schemas.openxmlformats.org/officeDocument/2006/relationships/image" Target="../media/image11.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Master" Target="../slideMasters/slideMaster1.xml"/><Relationship Id="rId5" Type="http://schemas.openxmlformats.org/officeDocument/2006/relationships/image" Target="../media/image18.svg"/><Relationship Id="rId4" Type="http://schemas.openxmlformats.org/officeDocument/2006/relationships/image" Target="../media/image17.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5.png"/><Relationship Id="rId1" Type="http://schemas.openxmlformats.org/officeDocument/2006/relationships/slideMaster" Target="../slideMasters/slideMaster1.xml"/><Relationship Id="rId5" Type="http://schemas.openxmlformats.org/officeDocument/2006/relationships/image" Target="../media/image21.svg"/><Relationship Id="rId4" Type="http://schemas.openxmlformats.org/officeDocument/2006/relationships/image" Target="../media/image20.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1.xml"/><Relationship Id="rId5" Type="http://schemas.openxmlformats.org/officeDocument/2006/relationships/image" Target="../media/image24.svg"/><Relationship Id="rId4" Type="http://schemas.openxmlformats.org/officeDocument/2006/relationships/image" Target="../media/image15.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1">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874996-9779-1D0F-B5C6-7FE85FFF1EF4}"/>
              </a:ext>
            </a:extLst>
          </p:cNvPr>
          <p:cNvSpPr>
            <a:spLocks noGrp="1"/>
          </p:cNvSpPr>
          <p:nvPr>
            <p:ph type="title" hasCustomPrompt="1"/>
          </p:nvPr>
        </p:nvSpPr>
        <p:spPr>
          <a:xfrm>
            <a:off x="6096000" y="2773681"/>
            <a:ext cx="5674360" cy="3200400"/>
          </a:xfrm>
        </p:spPr>
        <p:txBody>
          <a:bodyPr anchor="b">
            <a:normAutofit/>
          </a:bodyPr>
          <a:lstStyle>
            <a:lvl1pPr>
              <a:defRPr sz="4800">
                <a:solidFill>
                  <a:schemeClr val="bg1"/>
                </a:solidFill>
              </a:defRPr>
            </a:lvl1pPr>
          </a:lstStyle>
          <a:p>
            <a:r>
              <a:rPr lang="en-US" dirty="0"/>
              <a:t>Click to add title</a:t>
            </a:r>
          </a:p>
        </p:txBody>
      </p:sp>
      <p:pic>
        <p:nvPicPr>
          <p:cNvPr id="7" name="Graphic 6">
            <a:extLst>
              <a:ext uri="{FF2B5EF4-FFF2-40B4-BE49-F238E27FC236}">
                <a16:creationId xmlns:a16="http://schemas.microsoft.com/office/drawing/2014/main" id="{96B97173-A601-1D66-1651-4FE0D76A0BC7}"/>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18454" t="1728"/>
          <a:stretch/>
        </p:blipFill>
        <p:spPr>
          <a:xfrm>
            <a:off x="-1" y="0"/>
            <a:ext cx="8264995" cy="5320146"/>
          </a:xfrm>
          <a:prstGeom prst="rect">
            <a:avLst/>
          </a:prstGeom>
        </p:spPr>
      </p:pic>
    </p:spTree>
    <p:extLst>
      <p:ext uri="{BB962C8B-B14F-4D97-AF65-F5344CB8AC3E}">
        <p14:creationId xmlns:p14="http://schemas.microsoft.com/office/powerpoint/2010/main" val="38108473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Intro">
    <p:spTree>
      <p:nvGrpSpPr>
        <p:cNvPr id="1" name=""/>
        <p:cNvGrpSpPr/>
        <p:nvPr/>
      </p:nvGrpSpPr>
      <p:grpSpPr>
        <a:xfrm>
          <a:off x="0" y="0"/>
          <a:ext cx="0" cy="0"/>
          <a:chOff x="0" y="0"/>
          <a:chExt cx="0" cy="0"/>
        </a:xfrm>
      </p:grpSpPr>
      <p:pic>
        <p:nvPicPr>
          <p:cNvPr id="9" name="Graphic 8">
            <a:extLst>
              <a:ext uri="{FF2B5EF4-FFF2-40B4-BE49-F238E27FC236}">
                <a16:creationId xmlns:a16="http://schemas.microsoft.com/office/drawing/2014/main" id="{0DFB311A-EAAD-7656-C753-E8C739948535}"/>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44533" t="18691" r="1" b="-131"/>
          <a:stretch/>
        </p:blipFill>
        <p:spPr>
          <a:xfrm rot="5400000">
            <a:off x="7851419" y="-1244552"/>
            <a:ext cx="3096029" cy="5585137"/>
          </a:xfrm>
          <a:custGeom>
            <a:avLst/>
            <a:gdLst>
              <a:gd name="connsiteX0" fmla="*/ 0 w 1756624"/>
              <a:gd name="connsiteY0" fmla="*/ 0 h 6858000"/>
              <a:gd name="connsiteX1" fmla="*/ 1756624 w 1756624"/>
              <a:gd name="connsiteY1" fmla="*/ 0 h 6858000"/>
              <a:gd name="connsiteX2" fmla="*/ 1756624 w 1756624"/>
              <a:gd name="connsiteY2" fmla="*/ 6858000 h 6858000"/>
              <a:gd name="connsiteX3" fmla="*/ 0 w 175662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756624" h="6858000">
                <a:moveTo>
                  <a:pt x="0" y="0"/>
                </a:moveTo>
                <a:lnTo>
                  <a:pt x="1756624" y="0"/>
                </a:lnTo>
                <a:lnTo>
                  <a:pt x="1756624" y="6858000"/>
                </a:lnTo>
                <a:lnTo>
                  <a:pt x="0" y="6858000"/>
                </a:lnTo>
                <a:close/>
              </a:path>
            </a:pathLst>
          </a:custGeom>
        </p:spPr>
      </p:pic>
      <p:pic>
        <p:nvPicPr>
          <p:cNvPr id="10" name="Graphic 9">
            <a:extLst>
              <a:ext uri="{FF2B5EF4-FFF2-40B4-BE49-F238E27FC236}">
                <a16:creationId xmlns:a16="http://schemas.microsoft.com/office/drawing/2014/main" id="{1612F0DE-D367-10BB-1F71-60AA6527CAD4}"/>
              </a:ext>
              <a:ext uri="{C183D7F6-B498-43B3-948B-1728B52AA6E4}">
                <adec:decorative xmlns:adec="http://schemas.microsoft.com/office/drawing/2017/decorative" val="1"/>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l="4151" r="18577"/>
          <a:stretch/>
        </p:blipFill>
        <p:spPr>
          <a:xfrm>
            <a:off x="7010400" y="0"/>
            <a:ext cx="5181600" cy="6858000"/>
          </a:xfrm>
          <a:prstGeom prst="rect">
            <a:avLst/>
          </a:prstGeom>
        </p:spPr>
      </p:pic>
      <p:sp>
        <p:nvSpPr>
          <p:cNvPr id="2" name="Title 1">
            <a:extLst>
              <a:ext uri="{FF2B5EF4-FFF2-40B4-BE49-F238E27FC236}">
                <a16:creationId xmlns:a16="http://schemas.microsoft.com/office/drawing/2014/main" id="{4F4F5799-FC34-2F2D-D11E-9B472CAF066E}"/>
              </a:ext>
            </a:extLst>
          </p:cNvPr>
          <p:cNvSpPr>
            <a:spLocks noGrp="1"/>
          </p:cNvSpPr>
          <p:nvPr>
            <p:ph type="title" hasCustomPrompt="1"/>
          </p:nvPr>
        </p:nvSpPr>
        <p:spPr>
          <a:xfrm>
            <a:off x="914400" y="315533"/>
            <a:ext cx="5181600" cy="2376868"/>
          </a:xfrm>
        </p:spPr>
        <p:txBody>
          <a:bodyPr anchor="b">
            <a:normAutofit/>
          </a:bodyPr>
          <a:lstStyle>
            <a:lvl1pPr>
              <a:defRPr sz="3200"/>
            </a:lvl1pPr>
          </a:lstStyle>
          <a:p>
            <a:r>
              <a:rPr lang="en-US" dirty="0"/>
              <a:t>Click to add title</a:t>
            </a:r>
          </a:p>
        </p:txBody>
      </p:sp>
      <p:sp>
        <p:nvSpPr>
          <p:cNvPr id="8" name="Content Placeholder 7">
            <a:extLst>
              <a:ext uri="{FF2B5EF4-FFF2-40B4-BE49-F238E27FC236}">
                <a16:creationId xmlns:a16="http://schemas.microsoft.com/office/drawing/2014/main" id="{2575025C-084B-CD7A-F546-0E13BA13CFEF}"/>
              </a:ext>
            </a:extLst>
          </p:cNvPr>
          <p:cNvSpPr>
            <a:spLocks noGrp="1"/>
          </p:cNvSpPr>
          <p:nvPr>
            <p:ph sz="quarter" idx="10" hasCustomPrompt="1"/>
          </p:nvPr>
        </p:nvSpPr>
        <p:spPr>
          <a:xfrm>
            <a:off x="914400" y="2844800"/>
            <a:ext cx="5181600" cy="3128963"/>
          </a:xfrm>
        </p:spPr>
        <p:txBody>
          <a:bodyPr>
            <a:normAutofit/>
          </a:bodyPr>
          <a:lstStyle>
            <a:lvl1pPr marL="0" indent="0">
              <a:lnSpc>
                <a:spcPct val="120000"/>
              </a:lnSpc>
              <a:buNone/>
              <a:defRPr sz="2000"/>
            </a:lvl1pPr>
            <a:lvl2pPr>
              <a:lnSpc>
                <a:spcPct val="120000"/>
              </a:lnSpc>
              <a:defRPr sz="1800"/>
            </a:lvl2pPr>
            <a:lvl3pPr>
              <a:lnSpc>
                <a:spcPct val="120000"/>
              </a:lnSpc>
              <a:defRPr sz="1600"/>
            </a:lvl3pPr>
            <a:lvl4pPr>
              <a:lnSpc>
                <a:spcPct val="120000"/>
              </a:lnSpc>
              <a:defRPr sz="1400"/>
            </a:lvl4pPr>
            <a:lvl5pPr>
              <a:lnSpc>
                <a:spcPct val="120000"/>
              </a:lnSpc>
              <a:defRPr sz="14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5">
            <a:extLst>
              <a:ext uri="{FF2B5EF4-FFF2-40B4-BE49-F238E27FC236}">
                <a16:creationId xmlns:a16="http://schemas.microsoft.com/office/drawing/2014/main" id="{B9B66675-D8A5-0062-EB51-C8069A2C3C2E}"/>
              </a:ext>
            </a:extLst>
          </p:cNvPr>
          <p:cNvSpPr>
            <a:spLocks noGrp="1"/>
          </p:cNvSpPr>
          <p:nvPr>
            <p:ph type="sldNum" sz="quarter" idx="4"/>
          </p:nvPr>
        </p:nvSpPr>
        <p:spPr>
          <a:xfrm>
            <a:off x="914400" y="6246254"/>
            <a:ext cx="631065" cy="296214"/>
          </a:xfrm>
          <a:prstGeom prst="rect">
            <a:avLst/>
          </a:prstGeom>
        </p:spPr>
        <p:txBody>
          <a:bodyPr vert="horz" lIns="91440" tIns="45720" rIns="91440" bIns="45720" rtlCol="0" anchor="ctr"/>
          <a:lstStyle>
            <a:lvl1pPr algn="l">
              <a:defRPr sz="1200">
                <a:solidFill>
                  <a:schemeClr val="tx1"/>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32387509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Title">
    <p:bg>
      <p:bgPr>
        <a:solidFill>
          <a:schemeClr val="tx1"/>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B5DE041D-A3BF-94FF-029C-719D4DADA215}"/>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13300" t="13815"/>
          <a:stretch/>
        </p:blipFill>
        <p:spPr>
          <a:xfrm>
            <a:off x="0" y="-1"/>
            <a:ext cx="4239206" cy="3776193"/>
          </a:xfrm>
          <a:prstGeom prst="rect">
            <a:avLst/>
          </a:prstGeom>
        </p:spPr>
      </p:pic>
      <p:sp>
        <p:nvSpPr>
          <p:cNvPr id="2" name="Title 1">
            <a:extLst>
              <a:ext uri="{FF2B5EF4-FFF2-40B4-BE49-F238E27FC236}">
                <a16:creationId xmlns:a16="http://schemas.microsoft.com/office/drawing/2014/main" id="{0DEE605D-0584-F71C-A97D-B672F13E3911}"/>
              </a:ext>
            </a:extLst>
          </p:cNvPr>
          <p:cNvSpPr>
            <a:spLocks noGrp="1"/>
          </p:cNvSpPr>
          <p:nvPr>
            <p:ph type="title" hasCustomPrompt="1"/>
          </p:nvPr>
        </p:nvSpPr>
        <p:spPr>
          <a:xfrm>
            <a:off x="914400" y="2580640"/>
            <a:ext cx="5181600" cy="3368819"/>
          </a:xfrm>
        </p:spPr>
        <p:txBody>
          <a:bodyPr anchor="b">
            <a:normAutofit/>
          </a:bodyPr>
          <a:lstStyle>
            <a:lvl1pPr>
              <a:defRPr sz="4800">
                <a:solidFill>
                  <a:schemeClr val="bg1"/>
                </a:solidFill>
              </a:defRPr>
            </a:lvl1pPr>
          </a:lstStyle>
          <a:p>
            <a:r>
              <a:rPr lang="en-US" dirty="0"/>
              <a:t>Click to add title</a:t>
            </a:r>
          </a:p>
        </p:txBody>
      </p:sp>
      <p:sp>
        <p:nvSpPr>
          <p:cNvPr id="9" name="Picture Placeholder 8">
            <a:extLst>
              <a:ext uri="{FF2B5EF4-FFF2-40B4-BE49-F238E27FC236}">
                <a16:creationId xmlns:a16="http://schemas.microsoft.com/office/drawing/2014/main" id="{59AF635C-89E6-F6EF-FA6A-417A9A84BF4A}"/>
              </a:ext>
            </a:extLst>
          </p:cNvPr>
          <p:cNvSpPr>
            <a:spLocks noGrp="1"/>
          </p:cNvSpPr>
          <p:nvPr>
            <p:ph type="pic" sz="quarter" idx="10" hasCustomPrompt="1"/>
          </p:nvPr>
        </p:nvSpPr>
        <p:spPr>
          <a:xfrm>
            <a:off x="6085840" y="-10159"/>
            <a:ext cx="6116320" cy="6868160"/>
          </a:xfrm>
          <a:custGeom>
            <a:avLst/>
            <a:gdLst>
              <a:gd name="connsiteX0" fmla="*/ 0 w 6116320"/>
              <a:gd name="connsiteY0" fmla="*/ 0 h 6880225"/>
              <a:gd name="connsiteX1" fmla="*/ 6116320 w 6116320"/>
              <a:gd name="connsiteY1" fmla="*/ 0 h 6880225"/>
              <a:gd name="connsiteX2" fmla="*/ 6116320 w 6116320"/>
              <a:gd name="connsiteY2" fmla="*/ 6880225 h 6880225"/>
              <a:gd name="connsiteX3" fmla="*/ 0 w 6116320"/>
              <a:gd name="connsiteY3" fmla="*/ 6880225 h 6880225"/>
              <a:gd name="connsiteX4" fmla="*/ 0 w 6116320"/>
              <a:gd name="connsiteY4" fmla="*/ 0 h 6880225"/>
              <a:gd name="connsiteX0" fmla="*/ 0 w 6116320"/>
              <a:gd name="connsiteY0" fmla="*/ 0 h 6880225"/>
              <a:gd name="connsiteX1" fmla="*/ 6116320 w 6116320"/>
              <a:gd name="connsiteY1" fmla="*/ 0 h 6880225"/>
              <a:gd name="connsiteX2" fmla="*/ 6116320 w 6116320"/>
              <a:gd name="connsiteY2" fmla="*/ 6880225 h 6880225"/>
              <a:gd name="connsiteX3" fmla="*/ 2052320 w 6116320"/>
              <a:gd name="connsiteY3" fmla="*/ 6880225 h 6880225"/>
              <a:gd name="connsiteX4" fmla="*/ 0 w 6116320"/>
              <a:gd name="connsiteY4" fmla="*/ 0 h 68802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16320" h="6880225">
                <a:moveTo>
                  <a:pt x="0" y="0"/>
                </a:moveTo>
                <a:lnTo>
                  <a:pt x="6116320" y="0"/>
                </a:lnTo>
                <a:lnTo>
                  <a:pt x="6116320" y="6880225"/>
                </a:lnTo>
                <a:lnTo>
                  <a:pt x="2052320" y="6880225"/>
                </a:lnTo>
                <a:lnTo>
                  <a:pt x="0" y="0"/>
                </a:lnTo>
                <a:close/>
              </a:path>
            </a:pathLst>
          </a:custGeom>
        </p:spPr>
        <p:txBody>
          <a:bodyPr>
            <a:normAutofit/>
          </a:bodyPr>
          <a:lstStyle>
            <a:lvl1pPr marL="0" indent="0" algn="ctr">
              <a:buNone/>
              <a:defRPr sz="2000">
                <a:solidFill>
                  <a:schemeClr val="bg1"/>
                </a:solidFill>
              </a:defRPr>
            </a:lvl1pPr>
          </a:lstStyle>
          <a:p>
            <a:r>
              <a:rPr lang="en-US" dirty="0"/>
              <a:t>Click icon to insert picture</a:t>
            </a:r>
          </a:p>
        </p:txBody>
      </p:sp>
    </p:spTree>
    <p:extLst>
      <p:ext uri="{BB962C8B-B14F-4D97-AF65-F5344CB8AC3E}">
        <p14:creationId xmlns:p14="http://schemas.microsoft.com/office/powerpoint/2010/main" val="7367892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verview">
    <p:bg>
      <p:bgPr>
        <a:solidFill>
          <a:schemeClr val="accent1"/>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2B74EE53-DB22-C27E-074F-A7129585FEA6}"/>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15158" t="-5374" b="78533"/>
          <a:stretch/>
        </p:blipFill>
        <p:spPr>
          <a:xfrm rot="10800000">
            <a:off x="6324600" y="0"/>
            <a:ext cx="5867400" cy="1647324"/>
          </a:xfrm>
          <a:prstGeom prst="rect">
            <a:avLst/>
          </a:prstGeom>
        </p:spPr>
      </p:pic>
      <p:sp>
        <p:nvSpPr>
          <p:cNvPr id="2" name="Title 1">
            <a:extLst>
              <a:ext uri="{FF2B5EF4-FFF2-40B4-BE49-F238E27FC236}">
                <a16:creationId xmlns:a16="http://schemas.microsoft.com/office/drawing/2014/main" id="{278AEF0C-FA4B-8C23-0132-5529EC244F9E}"/>
              </a:ext>
            </a:extLst>
          </p:cNvPr>
          <p:cNvSpPr>
            <a:spLocks noGrp="1"/>
          </p:cNvSpPr>
          <p:nvPr>
            <p:ph type="title" hasCustomPrompt="1"/>
          </p:nvPr>
        </p:nvSpPr>
        <p:spPr>
          <a:xfrm>
            <a:off x="6126480" y="1310639"/>
            <a:ext cx="4805997" cy="2689629"/>
          </a:xfrm>
        </p:spPr>
        <p:txBody>
          <a:bodyPr anchor="b">
            <a:normAutofit/>
          </a:bodyPr>
          <a:lstStyle>
            <a:lvl1pPr>
              <a:defRPr sz="4800"/>
            </a:lvl1pPr>
          </a:lstStyle>
          <a:p>
            <a:r>
              <a:rPr lang="en-US" dirty="0"/>
              <a:t>Click to add title</a:t>
            </a:r>
          </a:p>
        </p:txBody>
      </p:sp>
      <p:sp>
        <p:nvSpPr>
          <p:cNvPr id="12" name="Picture Placeholder 11">
            <a:extLst>
              <a:ext uri="{FF2B5EF4-FFF2-40B4-BE49-F238E27FC236}">
                <a16:creationId xmlns:a16="http://schemas.microsoft.com/office/drawing/2014/main" id="{B3DD4867-9B0B-647C-1F78-5E50BF30F089}"/>
              </a:ext>
            </a:extLst>
          </p:cNvPr>
          <p:cNvSpPr>
            <a:spLocks noGrp="1"/>
          </p:cNvSpPr>
          <p:nvPr>
            <p:ph type="pic" sz="quarter" idx="11"/>
          </p:nvPr>
        </p:nvSpPr>
        <p:spPr>
          <a:xfrm>
            <a:off x="0" y="-10160"/>
            <a:ext cx="6096000" cy="68580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 name="connsiteX4" fmla="*/ 0 w 6096000"/>
              <a:gd name="connsiteY4" fmla="*/ 0 h 6858000"/>
              <a:gd name="connsiteX0" fmla="*/ 0 w 6096000"/>
              <a:gd name="connsiteY0" fmla="*/ 0 h 6858000"/>
              <a:gd name="connsiteX1" fmla="*/ 6096000 w 6096000"/>
              <a:gd name="connsiteY1" fmla="*/ 0 h 6858000"/>
              <a:gd name="connsiteX2" fmla="*/ 4053840 w 6096000"/>
              <a:gd name="connsiteY2" fmla="*/ 6858000 h 6858000"/>
              <a:gd name="connsiteX3" fmla="*/ 0 w 6096000"/>
              <a:gd name="connsiteY3" fmla="*/ 6858000 h 6858000"/>
              <a:gd name="connsiteX4" fmla="*/ 0 w 609600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6000" h="6858000">
                <a:moveTo>
                  <a:pt x="0" y="0"/>
                </a:moveTo>
                <a:lnTo>
                  <a:pt x="6096000" y="0"/>
                </a:lnTo>
                <a:lnTo>
                  <a:pt x="4053840" y="6858000"/>
                </a:lnTo>
                <a:lnTo>
                  <a:pt x="0" y="6858000"/>
                </a:lnTo>
                <a:lnTo>
                  <a:pt x="0" y="0"/>
                </a:lnTo>
                <a:close/>
              </a:path>
            </a:pathLst>
          </a:custGeom>
        </p:spPr>
        <p:txBody>
          <a:bodyPr>
            <a:normAutofit/>
          </a:bodyPr>
          <a:lstStyle>
            <a:lvl1pPr marL="0" indent="0" algn="ctr">
              <a:buNone/>
              <a:defRPr sz="2000"/>
            </a:lvl1pPr>
          </a:lstStyle>
          <a:p>
            <a:r>
              <a:rPr lang="en-US"/>
              <a:t>Click icon to add picture</a:t>
            </a:r>
            <a:endParaRPr lang="en-US" dirty="0"/>
          </a:p>
        </p:txBody>
      </p:sp>
      <p:sp>
        <p:nvSpPr>
          <p:cNvPr id="10" name="Content Placeholder 9">
            <a:extLst>
              <a:ext uri="{FF2B5EF4-FFF2-40B4-BE49-F238E27FC236}">
                <a16:creationId xmlns:a16="http://schemas.microsoft.com/office/drawing/2014/main" id="{BFF4D65D-965A-5E86-4D91-C72D1D03A8B9}"/>
              </a:ext>
            </a:extLst>
          </p:cNvPr>
          <p:cNvSpPr>
            <a:spLocks noGrp="1"/>
          </p:cNvSpPr>
          <p:nvPr>
            <p:ph sz="quarter" idx="10" hasCustomPrompt="1"/>
          </p:nvPr>
        </p:nvSpPr>
        <p:spPr>
          <a:xfrm>
            <a:off x="6126163" y="4172990"/>
            <a:ext cx="4805997" cy="2389736"/>
          </a:xfrm>
        </p:spPr>
        <p:txBody>
          <a:bodyPr>
            <a:normAutofit/>
          </a:bodyPr>
          <a:lstStyle>
            <a:lvl1pPr marL="0" indent="0">
              <a:buFont typeface="Arial" panose="020B0604020202020204" pitchFamily="34" charset="0"/>
              <a:buNone/>
              <a:defRPr sz="2000"/>
            </a:lvl1pPr>
            <a:lvl2pPr marL="457200" indent="0">
              <a:buNone/>
              <a:defRPr sz="1800"/>
            </a:lvl2pPr>
            <a:lvl3pPr marL="914400" indent="0">
              <a:buNone/>
              <a:defRPr sz="1600"/>
            </a:lvl3pPr>
            <a:lvl4pPr marL="1371600" indent="0">
              <a:buNone/>
              <a:defRPr sz="1400"/>
            </a:lvl4pPr>
            <a:lvl5pPr marL="1828800" indent="0">
              <a:buNone/>
              <a:defRPr sz="14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263656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04C9F686-E069-3B60-9625-01EE6A41D75D}"/>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45239"/>
          <a:stretch/>
        </p:blipFill>
        <p:spPr>
          <a:xfrm flipH="1">
            <a:off x="9135414" y="0"/>
            <a:ext cx="3056586" cy="6858000"/>
          </a:xfrm>
          <a:custGeom>
            <a:avLst/>
            <a:gdLst>
              <a:gd name="connsiteX0" fmla="*/ 4284372 w 4284372"/>
              <a:gd name="connsiteY0" fmla="*/ 0 h 6858000"/>
              <a:gd name="connsiteX1" fmla="*/ 0 w 4284372"/>
              <a:gd name="connsiteY1" fmla="*/ 0 h 6858000"/>
              <a:gd name="connsiteX2" fmla="*/ 0 w 4284372"/>
              <a:gd name="connsiteY2" fmla="*/ 6858000 h 6858000"/>
              <a:gd name="connsiteX3" fmla="*/ 4284372 w 428437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284372" h="6858000">
                <a:moveTo>
                  <a:pt x="4284372" y="0"/>
                </a:moveTo>
                <a:lnTo>
                  <a:pt x="0" y="0"/>
                </a:lnTo>
                <a:lnTo>
                  <a:pt x="0" y="6858000"/>
                </a:lnTo>
                <a:lnTo>
                  <a:pt x="4284372" y="6858000"/>
                </a:lnTo>
                <a:close/>
              </a:path>
            </a:pathLst>
          </a:custGeom>
        </p:spPr>
      </p:pic>
      <p:pic>
        <p:nvPicPr>
          <p:cNvPr id="9" name="Graphic 8">
            <a:extLst>
              <a:ext uri="{FF2B5EF4-FFF2-40B4-BE49-F238E27FC236}">
                <a16:creationId xmlns:a16="http://schemas.microsoft.com/office/drawing/2014/main" id="{6D7227F9-50F9-820B-69B7-924C02120466}"/>
              </a:ext>
              <a:ext uri="{C183D7F6-B498-43B3-948B-1728B52AA6E4}">
                <adec:decorative xmlns:adec="http://schemas.microsoft.com/office/drawing/2017/decorative" val="1"/>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b="2330"/>
          <a:stretch/>
        </p:blipFill>
        <p:spPr>
          <a:xfrm>
            <a:off x="7810500" y="3025140"/>
            <a:ext cx="4381500" cy="3832860"/>
          </a:xfrm>
          <a:prstGeom prst="rect">
            <a:avLst/>
          </a:prstGeom>
        </p:spPr>
      </p:pic>
      <p:sp>
        <p:nvSpPr>
          <p:cNvPr id="2" name="Title 1">
            <a:extLst>
              <a:ext uri="{FF2B5EF4-FFF2-40B4-BE49-F238E27FC236}">
                <a16:creationId xmlns:a16="http://schemas.microsoft.com/office/drawing/2014/main" id="{448D1E69-316E-A8E1-7ADA-040A0E490730}"/>
              </a:ext>
            </a:extLst>
          </p:cNvPr>
          <p:cNvSpPr>
            <a:spLocks noGrp="1"/>
          </p:cNvSpPr>
          <p:nvPr>
            <p:ph type="title" hasCustomPrompt="1"/>
          </p:nvPr>
        </p:nvSpPr>
        <p:spPr>
          <a:xfrm>
            <a:off x="914399" y="365125"/>
            <a:ext cx="7273637" cy="1646555"/>
          </a:xfrm>
        </p:spPr>
        <p:txBody>
          <a:bodyPr>
            <a:normAutofit/>
          </a:bodyPr>
          <a:lstStyle>
            <a:lvl1pPr>
              <a:defRPr sz="3200"/>
            </a:lvl1pPr>
          </a:lstStyle>
          <a:p>
            <a:r>
              <a:rPr lang="en-US" dirty="0"/>
              <a:t>Click to add title</a:t>
            </a:r>
          </a:p>
        </p:txBody>
      </p:sp>
      <p:sp>
        <p:nvSpPr>
          <p:cNvPr id="11" name="Content Placeholder 10">
            <a:extLst>
              <a:ext uri="{FF2B5EF4-FFF2-40B4-BE49-F238E27FC236}">
                <a16:creationId xmlns:a16="http://schemas.microsoft.com/office/drawing/2014/main" id="{61069CA0-E0AB-99C6-10DB-13AAC019DD7D}"/>
              </a:ext>
            </a:extLst>
          </p:cNvPr>
          <p:cNvSpPr>
            <a:spLocks noGrp="1"/>
          </p:cNvSpPr>
          <p:nvPr>
            <p:ph sz="quarter" idx="10" hasCustomPrompt="1"/>
          </p:nvPr>
        </p:nvSpPr>
        <p:spPr>
          <a:xfrm>
            <a:off x="914399" y="2011363"/>
            <a:ext cx="7273638" cy="4155757"/>
          </a:xfrm>
        </p:spPr>
        <p:txBody>
          <a:bodyPr>
            <a:normAutofit/>
          </a:bodyPr>
          <a:lstStyle>
            <a:lvl1pPr>
              <a:spcBef>
                <a:spcPts val="0"/>
              </a:spcBef>
              <a:spcAft>
                <a:spcPts val="1200"/>
              </a:spcAft>
              <a:defRPr sz="2000"/>
            </a:lvl1pPr>
            <a:lvl2pPr>
              <a:spcBef>
                <a:spcPts val="0"/>
              </a:spcBef>
              <a:spcAft>
                <a:spcPts val="1200"/>
              </a:spcAft>
              <a:defRPr sz="1800"/>
            </a:lvl2pPr>
            <a:lvl3pPr>
              <a:spcBef>
                <a:spcPts val="0"/>
              </a:spcBef>
              <a:spcAft>
                <a:spcPts val="1200"/>
              </a:spcAft>
              <a:defRPr sz="1600"/>
            </a:lvl3pPr>
            <a:lvl4pPr>
              <a:spcBef>
                <a:spcPts val="0"/>
              </a:spcBef>
              <a:spcAft>
                <a:spcPts val="1200"/>
              </a:spcAft>
              <a:defRPr sz="1400"/>
            </a:lvl4pPr>
            <a:lvl5pPr>
              <a:spcBef>
                <a:spcPts val="0"/>
              </a:spcBef>
              <a:spcAft>
                <a:spcPts val="1200"/>
              </a:spcAft>
              <a:defRPr sz="14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5">
            <a:extLst>
              <a:ext uri="{FF2B5EF4-FFF2-40B4-BE49-F238E27FC236}">
                <a16:creationId xmlns:a16="http://schemas.microsoft.com/office/drawing/2014/main" id="{B9B66675-D8A5-0062-EB51-C8069A2C3C2E}"/>
              </a:ext>
            </a:extLst>
          </p:cNvPr>
          <p:cNvSpPr>
            <a:spLocks noGrp="1"/>
          </p:cNvSpPr>
          <p:nvPr>
            <p:ph type="sldNum" sz="quarter" idx="4"/>
          </p:nvPr>
        </p:nvSpPr>
        <p:spPr>
          <a:xfrm>
            <a:off x="914400" y="6246254"/>
            <a:ext cx="631065" cy="296214"/>
          </a:xfrm>
          <a:prstGeom prst="rect">
            <a:avLst/>
          </a:prstGeom>
        </p:spPr>
        <p:txBody>
          <a:bodyPr vert="horz" lIns="91440" tIns="45720" rIns="91440" bIns="45720" rtlCol="0" anchor="ctr"/>
          <a:lstStyle>
            <a:lvl1pPr algn="l">
              <a:defRPr sz="1200">
                <a:solidFill>
                  <a:schemeClr val="tx1"/>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28152138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Content and left Image 1">
    <p:bg>
      <p:bgPr>
        <a:solidFill>
          <a:schemeClr val="tx1"/>
        </a:solidFill>
        <a:effectLst/>
      </p:bgPr>
    </p:bg>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4589277D-BC14-E7E0-5822-5575F563E1C7}"/>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6200000">
            <a:off x="8039100" y="228600"/>
            <a:ext cx="4381500" cy="3924300"/>
          </a:xfrm>
          <a:prstGeom prst="rect">
            <a:avLst/>
          </a:prstGeom>
        </p:spPr>
      </p:pic>
      <p:sp>
        <p:nvSpPr>
          <p:cNvPr id="2" name="Title 1">
            <a:extLst>
              <a:ext uri="{FF2B5EF4-FFF2-40B4-BE49-F238E27FC236}">
                <a16:creationId xmlns:a16="http://schemas.microsoft.com/office/drawing/2014/main" id="{4FDB1BDE-C8F3-ACC0-740B-CBD8128777D5}"/>
              </a:ext>
            </a:extLst>
          </p:cNvPr>
          <p:cNvSpPr>
            <a:spLocks noGrp="1"/>
          </p:cNvSpPr>
          <p:nvPr>
            <p:ph type="title"/>
          </p:nvPr>
        </p:nvSpPr>
        <p:spPr>
          <a:xfrm>
            <a:off x="6096000" y="375285"/>
            <a:ext cx="4896678" cy="3624984"/>
          </a:xfrm>
        </p:spPr>
        <p:txBody>
          <a:bodyPr anchor="b">
            <a:normAutofit/>
          </a:bodyPr>
          <a:lstStyle>
            <a:lvl1pPr>
              <a:defRPr sz="4800">
                <a:solidFill>
                  <a:schemeClr val="bg1"/>
                </a:solidFill>
              </a:defRPr>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128597A3-47D0-F393-55D9-07FFD951F396}"/>
              </a:ext>
            </a:extLst>
          </p:cNvPr>
          <p:cNvSpPr>
            <a:spLocks noGrp="1"/>
          </p:cNvSpPr>
          <p:nvPr>
            <p:ph type="pic" sz="quarter" idx="11"/>
          </p:nvPr>
        </p:nvSpPr>
        <p:spPr>
          <a:xfrm>
            <a:off x="0" y="0"/>
            <a:ext cx="6096000" cy="68580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 name="connsiteX4" fmla="*/ 0 w 6096000"/>
              <a:gd name="connsiteY4" fmla="*/ 0 h 6858000"/>
              <a:gd name="connsiteX0" fmla="*/ 0 w 6096000"/>
              <a:gd name="connsiteY0" fmla="*/ 0 h 6858000"/>
              <a:gd name="connsiteX1" fmla="*/ 4053840 w 6096000"/>
              <a:gd name="connsiteY1" fmla="*/ 0 h 6858000"/>
              <a:gd name="connsiteX2" fmla="*/ 6096000 w 6096000"/>
              <a:gd name="connsiteY2" fmla="*/ 6858000 h 6858000"/>
              <a:gd name="connsiteX3" fmla="*/ 0 w 6096000"/>
              <a:gd name="connsiteY3" fmla="*/ 6858000 h 6858000"/>
              <a:gd name="connsiteX4" fmla="*/ 0 w 6096000"/>
              <a:gd name="connsiteY4" fmla="*/ 0 h 6858000"/>
              <a:gd name="connsiteX0" fmla="*/ 586 w 6096586"/>
              <a:gd name="connsiteY0" fmla="*/ 0 h 6858000"/>
              <a:gd name="connsiteX1" fmla="*/ 4054426 w 6096586"/>
              <a:gd name="connsiteY1" fmla="*/ 0 h 6858000"/>
              <a:gd name="connsiteX2" fmla="*/ 6096586 w 6096586"/>
              <a:gd name="connsiteY2" fmla="*/ 6858000 h 6858000"/>
              <a:gd name="connsiteX3" fmla="*/ 586 w 6096586"/>
              <a:gd name="connsiteY3" fmla="*/ 6858000 h 6858000"/>
              <a:gd name="connsiteX4" fmla="*/ 586 w 6096586"/>
              <a:gd name="connsiteY4" fmla="*/ 3669792 h 6858000"/>
              <a:gd name="connsiteX5" fmla="*/ 586 w 6096586"/>
              <a:gd name="connsiteY5" fmla="*/ 0 h 6858000"/>
              <a:gd name="connsiteX0" fmla="*/ 0 w 6096000"/>
              <a:gd name="connsiteY0" fmla="*/ 0 h 6858000"/>
              <a:gd name="connsiteX1" fmla="*/ 4053840 w 6096000"/>
              <a:gd name="connsiteY1" fmla="*/ 0 h 6858000"/>
              <a:gd name="connsiteX2" fmla="*/ 6096000 w 6096000"/>
              <a:gd name="connsiteY2" fmla="*/ 6858000 h 6858000"/>
              <a:gd name="connsiteX3" fmla="*/ 950976 w 6096000"/>
              <a:gd name="connsiteY3" fmla="*/ 6858000 h 6858000"/>
              <a:gd name="connsiteX4" fmla="*/ 0 w 6096000"/>
              <a:gd name="connsiteY4" fmla="*/ 3669792 h 6858000"/>
              <a:gd name="connsiteX5" fmla="*/ 0 w 6096000"/>
              <a:gd name="connsiteY5" fmla="*/ 0 h 6858000"/>
              <a:gd name="connsiteX0" fmla="*/ 0 w 6096000"/>
              <a:gd name="connsiteY0" fmla="*/ 0 h 6858000"/>
              <a:gd name="connsiteX1" fmla="*/ 4053840 w 6096000"/>
              <a:gd name="connsiteY1" fmla="*/ 0 h 6858000"/>
              <a:gd name="connsiteX2" fmla="*/ 6096000 w 6096000"/>
              <a:gd name="connsiteY2" fmla="*/ 6858000 h 6858000"/>
              <a:gd name="connsiteX3" fmla="*/ 950976 w 6096000"/>
              <a:gd name="connsiteY3" fmla="*/ 6858000 h 6858000"/>
              <a:gd name="connsiteX4" fmla="*/ 0 w 6096000"/>
              <a:gd name="connsiteY4" fmla="*/ 3669792 h 6858000"/>
              <a:gd name="connsiteX5" fmla="*/ 0 w 6096000"/>
              <a:gd name="connsiteY5" fmla="*/ 0 h 6858000"/>
              <a:gd name="connsiteX0" fmla="*/ 0 w 6096000"/>
              <a:gd name="connsiteY0" fmla="*/ 0 h 6858000"/>
              <a:gd name="connsiteX1" fmla="*/ 4053840 w 6096000"/>
              <a:gd name="connsiteY1" fmla="*/ 0 h 6858000"/>
              <a:gd name="connsiteX2" fmla="*/ 6096000 w 6096000"/>
              <a:gd name="connsiteY2" fmla="*/ 6858000 h 6858000"/>
              <a:gd name="connsiteX3" fmla="*/ 950976 w 6096000"/>
              <a:gd name="connsiteY3" fmla="*/ 6858000 h 6858000"/>
              <a:gd name="connsiteX4" fmla="*/ 0 w 6096000"/>
              <a:gd name="connsiteY4" fmla="*/ 3669792 h 6858000"/>
              <a:gd name="connsiteX5" fmla="*/ 0 w 6096000"/>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96000" h="6858000">
                <a:moveTo>
                  <a:pt x="0" y="0"/>
                </a:moveTo>
                <a:lnTo>
                  <a:pt x="4053840" y="0"/>
                </a:lnTo>
                <a:lnTo>
                  <a:pt x="6096000" y="6858000"/>
                </a:lnTo>
                <a:lnTo>
                  <a:pt x="950976" y="6858000"/>
                </a:lnTo>
                <a:lnTo>
                  <a:pt x="0" y="3669792"/>
                </a:lnTo>
                <a:lnTo>
                  <a:pt x="0" y="0"/>
                </a:lnTo>
                <a:close/>
              </a:path>
            </a:pathLst>
          </a:custGeom>
        </p:spPr>
        <p:txBody>
          <a:bodyPr>
            <a:normAutofit/>
          </a:bodyPr>
          <a:lstStyle>
            <a:lvl1pPr marL="0" indent="0" algn="l">
              <a:buNone/>
              <a:defRPr sz="2000">
                <a:solidFill>
                  <a:schemeClr val="bg1"/>
                </a:solidFill>
              </a:defRPr>
            </a:lvl1pPr>
          </a:lstStyle>
          <a:p>
            <a:r>
              <a:rPr lang="en-US"/>
              <a:t>Click icon to add picture</a:t>
            </a:r>
            <a:endParaRPr lang="en-US" dirty="0"/>
          </a:p>
        </p:txBody>
      </p:sp>
      <p:sp>
        <p:nvSpPr>
          <p:cNvPr id="9" name="Content Placeholder 10">
            <a:extLst>
              <a:ext uri="{FF2B5EF4-FFF2-40B4-BE49-F238E27FC236}">
                <a16:creationId xmlns:a16="http://schemas.microsoft.com/office/drawing/2014/main" id="{4BF260CE-C6E3-AE7A-DB8E-A72A1CF5B54E}"/>
              </a:ext>
            </a:extLst>
          </p:cNvPr>
          <p:cNvSpPr>
            <a:spLocks noGrp="1"/>
          </p:cNvSpPr>
          <p:nvPr>
            <p:ph sz="quarter" idx="10" hasCustomPrompt="1"/>
          </p:nvPr>
        </p:nvSpPr>
        <p:spPr>
          <a:xfrm>
            <a:off x="6096000" y="4172990"/>
            <a:ext cx="4896677" cy="2309726"/>
          </a:xfrm>
        </p:spPr>
        <p:txBody>
          <a:bodyPr>
            <a:normAutofit/>
          </a:bodyPr>
          <a:lstStyle>
            <a:lvl1pPr marL="0" indent="0">
              <a:spcBef>
                <a:spcPts val="0"/>
              </a:spcBef>
              <a:spcAft>
                <a:spcPts val="1200"/>
              </a:spcAft>
              <a:buNone/>
              <a:defRPr sz="2000">
                <a:solidFill>
                  <a:schemeClr val="bg1"/>
                </a:solidFill>
              </a:defRPr>
            </a:lvl1pPr>
            <a:lvl2pPr marL="742950" indent="-285750">
              <a:spcBef>
                <a:spcPts val="0"/>
              </a:spcBef>
              <a:spcAft>
                <a:spcPts val="1200"/>
              </a:spcAft>
              <a:buFont typeface="Arial" panose="020B0604020202020204" pitchFamily="34" charset="0"/>
              <a:buChar char="•"/>
              <a:defRPr sz="1800">
                <a:solidFill>
                  <a:schemeClr val="bg1"/>
                </a:solidFill>
              </a:defRPr>
            </a:lvl2pPr>
            <a:lvl3pPr marL="1200150" indent="-285750">
              <a:spcBef>
                <a:spcPts val="0"/>
              </a:spcBef>
              <a:spcAft>
                <a:spcPts val="1200"/>
              </a:spcAft>
              <a:buFont typeface="Arial" panose="020B0604020202020204" pitchFamily="34" charset="0"/>
              <a:buChar char="•"/>
              <a:defRPr sz="1600">
                <a:solidFill>
                  <a:schemeClr val="bg1"/>
                </a:solidFill>
              </a:defRPr>
            </a:lvl3pPr>
            <a:lvl4pPr marL="1657350" indent="-285750">
              <a:spcBef>
                <a:spcPts val="0"/>
              </a:spcBef>
              <a:spcAft>
                <a:spcPts val="1200"/>
              </a:spcAft>
              <a:buFont typeface="Arial" panose="020B0604020202020204" pitchFamily="34" charset="0"/>
              <a:buChar char="•"/>
              <a:defRPr sz="1400">
                <a:solidFill>
                  <a:schemeClr val="bg1"/>
                </a:solidFill>
              </a:defRPr>
            </a:lvl4pPr>
            <a:lvl5pPr marL="2114550" indent="-285750">
              <a:spcBef>
                <a:spcPts val="0"/>
              </a:spcBef>
              <a:spcAft>
                <a:spcPts val="1200"/>
              </a:spcAft>
              <a:buFont typeface="Arial" panose="020B0604020202020204" pitchFamily="34" charset="0"/>
              <a:buChar char="•"/>
              <a:defRPr sz="1400">
                <a:solidFill>
                  <a:schemeClr val="bg1"/>
                </a:solidFill>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7891114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two Content 1">
    <p:bg>
      <p:bgPr>
        <a:solidFill>
          <a:schemeClr val="accent1"/>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D6E20435-B9A5-359D-133D-5D3EED409CD5}"/>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1955" t="41988" r="53993" b="33420"/>
          <a:stretch/>
        </p:blipFill>
        <p:spPr>
          <a:xfrm rot="10800000">
            <a:off x="9198864" y="-5"/>
            <a:ext cx="2993136" cy="1517907"/>
          </a:xfrm>
          <a:prstGeom prst="rect">
            <a:avLst/>
          </a:prstGeom>
        </p:spPr>
      </p:pic>
      <p:pic>
        <p:nvPicPr>
          <p:cNvPr id="9" name="Graphic 8">
            <a:extLst>
              <a:ext uri="{FF2B5EF4-FFF2-40B4-BE49-F238E27FC236}">
                <a16:creationId xmlns:a16="http://schemas.microsoft.com/office/drawing/2014/main" id="{7B99CAE4-AA9B-52BA-7DE8-8245CE705D35}"/>
              </a:ext>
              <a:ext uri="{C183D7F6-B498-43B3-948B-1728B52AA6E4}">
                <adec:decorative xmlns:adec="http://schemas.microsoft.com/office/drawing/2017/decorative" val="1"/>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l="25445" t="24819" r="46503"/>
          <a:stretch/>
        </p:blipFill>
        <p:spPr>
          <a:xfrm rot="16200000">
            <a:off x="961221" y="4525179"/>
            <a:ext cx="1371600" cy="3294042"/>
          </a:xfrm>
          <a:prstGeom prst="rect">
            <a:avLst/>
          </a:prstGeom>
        </p:spPr>
      </p:pic>
      <p:sp>
        <p:nvSpPr>
          <p:cNvPr id="10" name="Title 9">
            <a:extLst>
              <a:ext uri="{FF2B5EF4-FFF2-40B4-BE49-F238E27FC236}">
                <a16:creationId xmlns:a16="http://schemas.microsoft.com/office/drawing/2014/main" id="{28DFE681-710B-6FE5-B8E0-3BC9DB9F12D1}"/>
              </a:ext>
            </a:extLst>
          </p:cNvPr>
          <p:cNvSpPr>
            <a:spLocks noGrp="1"/>
          </p:cNvSpPr>
          <p:nvPr>
            <p:ph type="title" hasCustomPrompt="1"/>
          </p:nvPr>
        </p:nvSpPr>
        <p:spPr>
          <a:xfrm>
            <a:off x="914399" y="365125"/>
            <a:ext cx="10363201" cy="1629601"/>
          </a:xfrm>
        </p:spPr>
        <p:txBody>
          <a:bodyPr>
            <a:normAutofit/>
          </a:bodyPr>
          <a:lstStyle>
            <a:lvl1pPr>
              <a:defRPr sz="3200"/>
            </a:lvl1pPr>
          </a:lstStyle>
          <a:p>
            <a:r>
              <a:rPr lang="en-US" dirty="0"/>
              <a:t>Click to add title</a:t>
            </a:r>
          </a:p>
        </p:txBody>
      </p:sp>
      <p:sp>
        <p:nvSpPr>
          <p:cNvPr id="11" name="Content Placeholder 10">
            <a:extLst>
              <a:ext uri="{FF2B5EF4-FFF2-40B4-BE49-F238E27FC236}">
                <a16:creationId xmlns:a16="http://schemas.microsoft.com/office/drawing/2014/main" id="{3FE383D3-6A16-1891-FF52-470B26B94042}"/>
              </a:ext>
            </a:extLst>
          </p:cNvPr>
          <p:cNvSpPr>
            <a:spLocks noGrp="1"/>
          </p:cNvSpPr>
          <p:nvPr>
            <p:ph sz="quarter" idx="10" hasCustomPrompt="1"/>
          </p:nvPr>
        </p:nvSpPr>
        <p:spPr>
          <a:xfrm>
            <a:off x="914399" y="2022250"/>
            <a:ext cx="4992709" cy="3747180"/>
          </a:xfrm>
        </p:spPr>
        <p:txBody>
          <a:bodyPr>
            <a:normAutofit/>
          </a:bodyPr>
          <a:lstStyle>
            <a:lvl1pPr>
              <a:spcBef>
                <a:spcPts val="0"/>
              </a:spcBef>
              <a:spcAft>
                <a:spcPts val="1200"/>
              </a:spcAft>
              <a:defRPr sz="2000"/>
            </a:lvl1pPr>
            <a:lvl2pPr>
              <a:spcBef>
                <a:spcPts val="0"/>
              </a:spcBef>
              <a:spcAft>
                <a:spcPts val="1200"/>
              </a:spcAft>
              <a:defRPr sz="1800"/>
            </a:lvl2pPr>
            <a:lvl3pPr>
              <a:spcBef>
                <a:spcPts val="0"/>
              </a:spcBef>
              <a:spcAft>
                <a:spcPts val="1200"/>
              </a:spcAft>
              <a:defRPr sz="1600"/>
            </a:lvl3pPr>
            <a:lvl4pPr>
              <a:spcBef>
                <a:spcPts val="0"/>
              </a:spcBef>
              <a:spcAft>
                <a:spcPts val="1200"/>
              </a:spcAft>
              <a:defRPr sz="1400"/>
            </a:lvl4pPr>
            <a:lvl5pPr>
              <a:spcBef>
                <a:spcPts val="0"/>
              </a:spcBef>
              <a:spcAft>
                <a:spcPts val="1200"/>
              </a:spcAft>
              <a:defRPr sz="14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10">
            <a:extLst>
              <a:ext uri="{FF2B5EF4-FFF2-40B4-BE49-F238E27FC236}">
                <a16:creationId xmlns:a16="http://schemas.microsoft.com/office/drawing/2014/main" id="{74B5EB04-CA6E-7417-56DF-A55B21E94B74}"/>
              </a:ext>
            </a:extLst>
          </p:cNvPr>
          <p:cNvSpPr>
            <a:spLocks noGrp="1"/>
          </p:cNvSpPr>
          <p:nvPr>
            <p:ph sz="quarter" idx="11" hasCustomPrompt="1"/>
          </p:nvPr>
        </p:nvSpPr>
        <p:spPr>
          <a:xfrm>
            <a:off x="6284891" y="2022250"/>
            <a:ext cx="4992709" cy="3747180"/>
          </a:xfrm>
        </p:spPr>
        <p:txBody>
          <a:bodyPr>
            <a:normAutofit/>
          </a:bodyPr>
          <a:lstStyle>
            <a:lvl1pPr>
              <a:spcBef>
                <a:spcPts val="0"/>
              </a:spcBef>
              <a:spcAft>
                <a:spcPts val="1200"/>
              </a:spcAft>
              <a:defRPr sz="2000"/>
            </a:lvl1pPr>
            <a:lvl2pPr>
              <a:spcBef>
                <a:spcPts val="0"/>
              </a:spcBef>
              <a:spcAft>
                <a:spcPts val="1200"/>
              </a:spcAft>
              <a:defRPr sz="1800"/>
            </a:lvl2pPr>
            <a:lvl3pPr>
              <a:spcBef>
                <a:spcPts val="0"/>
              </a:spcBef>
              <a:spcAft>
                <a:spcPts val="1200"/>
              </a:spcAft>
              <a:defRPr sz="1600"/>
            </a:lvl3pPr>
            <a:lvl4pPr>
              <a:spcBef>
                <a:spcPts val="0"/>
              </a:spcBef>
              <a:spcAft>
                <a:spcPts val="1200"/>
              </a:spcAft>
              <a:defRPr sz="1400"/>
            </a:lvl4pPr>
            <a:lvl5pPr>
              <a:spcBef>
                <a:spcPts val="0"/>
              </a:spcBef>
              <a:spcAft>
                <a:spcPts val="1200"/>
              </a:spcAft>
              <a:defRPr sz="14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5">
            <a:extLst>
              <a:ext uri="{FF2B5EF4-FFF2-40B4-BE49-F238E27FC236}">
                <a16:creationId xmlns:a16="http://schemas.microsoft.com/office/drawing/2014/main" id="{B9B66675-D8A5-0062-EB51-C8069A2C3C2E}"/>
              </a:ext>
            </a:extLst>
          </p:cNvPr>
          <p:cNvSpPr>
            <a:spLocks noGrp="1"/>
          </p:cNvSpPr>
          <p:nvPr>
            <p:ph type="sldNum" sz="quarter" idx="4"/>
          </p:nvPr>
        </p:nvSpPr>
        <p:spPr>
          <a:xfrm>
            <a:off x="914400" y="6246254"/>
            <a:ext cx="631065" cy="296214"/>
          </a:xfrm>
          <a:prstGeom prst="rect">
            <a:avLst/>
          </a:prstGeom>
        </p:spPr>
        <p:txBody>
          <a:bodyPr vert="horz" lIns="91440" tIns="45720" rIns="91440" bIns="45720" rtlCol="0" anchor="ctr"/>
          <a:lstStyle>
            <a:lvl1pPr algn="l">
              <a:defRPr sz="1200">
                <a:solidFill>
                  <a:schemeClr val="tx1"/>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34177926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two Content 2">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A783FA55-EF1D-66CF-8FD5-29086D71E62F}"/>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1981" t="40714" r="61027" b="44471"/>
          <a:stretch/>
        </p:blipFill>
        <p:spPr>
          <a:xfrm rot="10800000" flipV="1">
            <a:off x="-26830" y="5950040"/>
            <a:ext cx="2513521" cy="914400"/>
          </a:xfrm>
          <a:prstGeom prst="rect">
            <a:avLst/>
          </a:prstGeom>
        </p:spPr>
      </p:pic>
      <p:pic>
        <p:nvPicPr>
          <p:cNvPr id="9" name="Graphic 8">
            <a:extLst>
              <a:ext uri="{FF2B5EF4-FFF2-40B4-BE49-F238E27FC236}">
                <a16:creationId xmlns:a16="http://schemas.microsoft.com/office/drawing/2014/main" id="{542CEFED-8DE0-0155-A5B6-A44051A6D034}"/>
              </a:ext>
              <a:ext uri="{C183D7F6-B498-43B3-948B-1728B52AA6E4}">
                <adec:decorative xmlns:adec="http://schemas.microsoft.com/office/drawing/2017/decorative" val="1"/>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l="18883" t="18052" r="46636"/>
          <a:stretch/>
        </p:blipFill>
        <p:spPr>
          <a:xfrm rot="16200000" flipH="1" flipV="1">
            <a:off x="9553763" y="-952310"/>
            <a:ext cx="1685928" cy="3590547"/>
          </a:xfrm>
          <a:prstGeom prst="rect">
            <a:avLst/>
          </a:prstGeom>
        </p:spPr>
      </p:pic>
      <p:sp>
        <p:nvSpPr>
          <p:cNvPr id="10" name="Title 9">
            <a:extLst>
              <a:ext uri="{FF2B5EF4-FFF2-40B4-BE49-F238E27FC236}">
                <a16:creationId xmlns:a16="http://schemas.microsoft.com/office/drawing/2014/main" id="{57FC493E-284F-ADBA-D92D-883CAB13ADCA}"/>
              </a:ext>
            </a:extLst>
          </p:cNvPr>
          <p:cNvSpPr>
            <a:spLocks noGrp="1"/>
          </p:cNvSpPr>
          <p:nvPr>
            <p:ph type="title" hasCustomPrompt="1"/>
          </p:nvPr>
        </p:nvSpPr>
        <p:spPr>
          <a:xfrm>
            <a:off x="914398" y="365125"/>
            <a:ext cx="10439401" cy="1617017"/>
          </a:xfrm>
        </p:spPr>
        <p:txBody>
          <a:bodyPr>
            <a:normAutofit/>
          </a:bodyPr>
          <a:lstStyle>
            <a:lvl1pPr>
              <a:defRPr sz="3200"/>
            </a:lvl1pPr>
          </a:lstStyle>
          <a:p>
            <a:r>
              <a:rPr lang="en-US" dirty="0"/>
              <a:t>Click to add title</a:t>
            </a:r>
          </a:p>
        </p:txBody>
      </p:sp>
      <p:sp>
        <p:nvSpPr>
          <p:cNvPr id="11" name="Content Placeholder 10">
            <a:extLst>
              <a:ext uri="{FF2B5EF4-FFF2-40B4-BE49-F238E27FC236}">
                <a16:creationId xmlns:a16="http://schemas.microsoft.com/office/drawing/2014/main" id="{4B8B2035-4AA9-D25E-9F15-3ED36F734D13}"/>
              </a:ext>
            </a:extLst>
          </p:cNvPr>
          <p:cNvSpPr>
            <a:spLocks noGrp="1"/>
          </p:cNvSpPr>
          <p:nvPr>
            <p:ph sz="quarter" idx="10" hasCustomPrompt="1"/>
          </p:nvPr>
        </p:nvSpPr>
        <p:spPr>
          <a:xfrm>
            <a:off x="914399" y="2022250"/>
            <a:ext cx="3310129" cy="3747180"/>
          </a:xfrm>
        </p:spPr>
        <p:txBody>
          <a:bodyPr>
            <a:normAutofit/>
          </a:bodyPr>
          <a:lstStyle>
            <a:lvl1pPr>
              <a:spcBef>
                <a:spcPts val="0"/>
              </a:spcBef>
              <a:spcAft>
                <a:spcPts val="1200"/>
              </a:spcAft>
              <a:defRPr sz="2000" b="1"/>
            </a:lvl1pPr>
            <a:lvl2pPr>
              <a:spcBef>
                <a:spcPts val="0"/>
              </a:spcBef>
              <a:spcAft>
                <a:spcPts val="1200"/>
              </a:spcAft>
              <a:defRPr sz="1800" b="1"/>
            </a:lvl2pPr>
            <a:lvl3pPr>
              <a:spcBef>
                <a:spcPts val="0"/>
              </a:spcBef>
              <a:spcAft>
                <a:spcPts val="1200"/>
              </a:spcAft>
              <a:defRPr sz="1600" b="1"/>
            </a:lvl3pPr>
            <a:lvl4pPr>
              <a:spcBef>
                <a:spcPts val="0"/>
              </a:spcBef>
              <a:spcAft>
                <a:spcPts val="1200"/>
              </a:spcAft>
              <a:defRPr sz="1400" b="1"/>
            </a:lvl4pPr>
            <a:lvl5pPr>
              <a:spcBef>
                <a:spcPts val="0"/>
              </a:spcBef>
              <a:spcAft>
                <a:spcPts val="1200"/>
              </a:spcAft>
              <a:defRPr sz="1400" b="1"/>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10">
            <a:extLst>
              <a:ext uri="{FF2B5EF4-FFF2-40B4-BE49-F238E27FC236}">
                <a16:creationId xmlns:a16="http://schemas.microsoft.com/office/drawing/2014/main" id="{6A694422-6B3E-3D80-AC41-FD1CED52ACAB}"/>
              </a:ext>
            </a:extLst>
          </p:cNvPr>
          <p:cNvSpPr>
            <a:spLocks noGrp="1"/>
          </p:cNvSpPr>
          <p:nvPr>
            <p:ph sz="quarter" idx="11" hasCustomPrompt="1"/>
          </p:nvPr>
        </p:nvSpPr>
        <p:spPr>
          <a:xfrm>
            <a:off x="4602310" y="2018120"/>
            <a:ext cx="6751489" cy="3747180"/>
          </a:xfrm>
        </p:spPr>
        <p:txBody>
          <a:bodyPr>
            <a:normAutofit/>
          </a:bodyPr>
          <a:lstStyle>
            <a:lvl1pPr>
              <a:spcBef>
                <a:spcPts val="0"/>
              </a:spcBef>
              <a:spcAft>
                <a:spcPts val="1200"/>
              </a:spcAft>
              <a:defRPr sz="2000"/>
            </a:lvl1pPr>
            <a:lvl2pPr>
              <a:spcBef>
                <a:spcPts val="0"/>
              </a:spcBef>
              <a:spcAft>
                <a:spcPts val="1200"/>
              </a:spcAft>
              <a:defRPr sz="1800"/>
            </a:lvl2pPr>
            <a:lvl3pPr>
              <a:spcBef>
                <a:spcPts val="0"/>
              </a:spcBef>
              <a:spcAft>
                <a:spcPts val="1200"/>
              </a:spcAft>
              <a:defRPr sz="1600"/>
            </a:lvl3pPr>
            <a:lvl4pPr>
              <a:spcBef>
                <a:spcPts val="0"/>
              </a:spcBef>
              <a:spcAft>
                <a:spcPts val="1200"/>
              </a:spcAft>
              <a:defRPr sz="1400"/>
            </a:lvl4pPr>
            <a:lvl5pPr>
              <a:spcBef>
                <a:spcPts val="0"/>
              </a:spcBef>
              <a:spcAft>
                <a:spcPts val="1200"/>
              </a:spcAft>
              <a:defRPr sz="14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5">
            <a:extLst>
              <a:ext uri="{FF2B5EF4-FFF2-40B4-BE49-F238E27FC236}">
                <a16:creationId xmlns:a16="http://schemas.microsoft.com/office/drawing/2014/main" id="{B9B66675-D8A5-0062-EB51-C8069A2C3C2E}"/>
              </a:ext>
            </a:extLst>
          </p:cNvPr>
          <p:cNvSpPr>
            <a:spLocks noGrp="1"/>
          </p:cNvSpPr>
          <p:nvPr>
            <p:ph type="sldNum" sz="quarter" idx="4"/>
          </p:nvPr>
        </p:nvSpPr>
        <p:spPr>
          <a:xfrm>
            <a:off x="914400" y="6246254"/>
            <a:ext cx="631065" cy="296214"/>
          </a:xfrm>
          <a:prstGeom prst="rect">
            <a:avLst/>
          </a:prstGeom>
        </p:spPr>
        <p:txBody>
          <a:bodyPr vert="horz" lIns="91440" tIns="45720" rIns="91440" bIns="45720" rtlCol="0" anchor="ctr"/>
          <a:lstStyle>
            <a:lvl1pPr algn="l">
              <a:defRPr sz="1200">
                <a:solidFill>
                  <a:schemeClr val="tx1"/>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17828138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Content and right Image">
    <p:bg>
      <p:bgPr>
        <a:solidFill>
          <a:schemeClr val="accent1"/>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48DBD2A1-633E-7A22-751B-5CEFCA93F20C}"/>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7703" t="485" b="67543"/>
          <a:stretch/>
        </p:blipFill>
        <p:spPr>
          <a:xfrm rot="5400000">
            <a:off x="-115162" y="115164"/>
            <a:ext cx="1895058" cy="1664735"/>
          </a:xfrm>
          <a:prstGeom prst="rect">
            <a:avLst/>
          </a:prstGeom>
        </p:spPr>
      </p:pic>
      <p:sp>
        <p:nvSpPr>
          <p:cNvPr id="9" name="Title 8">
            <a:extLst>
              <a:ext uri="{FF2B5EF4-FFF2-40B4-BE49-F238E27FC236}">
                <a16:creationId xmlns:a16="http://schemas.microsoft.com/office/drawing/2014/main" id="{3E7BF4D0-D641-9859-157D-B9094EF3DAB1}"/>
              </a:ext>
            </a:extLst>
          </p:cNvPr>
          <p:cNvSpPr>
            <a:spLocks noGrp="1"/>
          </p:cNvSpPr>
          <p:nvPr>
            <p:ph type="title" hasCustomPrompt="1"/>
          </p:nvPr>
        </p:nvSpPr>
        <p:spPr>
          <a:xfrm>
            <a:off x="916385" y="446313"/>
            <a:ext cx="5179615" cy="1448747"/>
          </a:xfrm>
        </p:spPr>
        <p:txBody>
          <a:bodyPr>
            <a:normAutofit/>
          </a:bodyPr>
          <a:lstStyle>
            <a:lvl1pPr>
              <a:defRPr sz="3200"/>
            </a:lvl1pPr>
          </a:lstStyle>
          <a:p>
            <a:r>
              <a:rPr lang="en-US" dirty="0"/>
              <a:t>Click to add title</a:t>
            </a:r>
          </a:p>
        </p:txBody>
      </p:sp>
      <p:sp>
        <p:nvSpPr>
          <p:cNvPr id="10" name="Content Placeholder 10">
            <a:extLst>
              <a:ext uri="{FF2B5EF4-FFF2-40B4-BE49-F238E27FC236}">
                <a16:creationId xmlns:a16="http://schemas.microsoft.com/office/drawing/2014/main" id="{115AE488-757F-4C5A-7733-85C1D1EA98D3}"/>
              </a:ext>
            </a:extLst>
          </p:cNvPr>
          <p:cNvSpPr>
            <a:spLocks noGrp="1"/>
          </p:cNvSpPr>
          <p:nvPr>
            <p:ph sz="quarter" idx="10" hasCustomPrompt="1"/>
          </p:nvPr>
        </p:nvSpPr>
        <p:spPr>
          <a:xfrm>
            <a:off x="914399" y="2022250"/>
            <a:ext cx="5181600" cy="3747180"/>
          </a:xfrm>
        </p:spPr>
        <p:txBody>
          <a:bodyPr>
            <a:normAutofit/>
          </a:bodyPr>
          <a:lstStyle>
            <a:lvl1pPr>
              <a:spcBef>
                <a:spcPts val="0"/>
              </a:spcBef>
              <a:spcAft>
                <a:spcPts val="1200"/>
              </a:spcAft>
              <a:defRPr sz="2000" b="0"/>
            </a:lvl1pPr>
            <a:lvl2pPr>
              <a:spcBef>
                <a:spcPts val="0"/>
              </a:spcBef>
              <a:spcAft>
                <a:spcPts val="1200"/>
              </a:spcAft>
              <a:defRPr sz="1800" b="0"/>
            </a:lvl2pPr>
            <a:lvl3pPr>
              <a:spcBef>
                <a:spcPts val="0"/>
              </a:spcBef>
              <a:spcAft>
                <a:spcPts val="1200"/>
              </a:spcAft>
              <a:defRPr sz="1600" b="0"/>
            </a:lvl3pPr>
            <a:lvl4pPr>
              <a:spcBef>
                <a:spcPts val="0"/>
              </a:spcBef>
              <a:spcAft>
                <a:spcPts val="1200"/>
              </a:spcAft>
              <a:defRPr sz="1400" b="0"/>
            </a:lvl4pPr>
            <a:lvl5pPr>
              <a:spcBef>
                <a:spcPts val="0"/>
              </a:spcBef>
              <a:spcAft>
                <a:spcPts val="1200"/>
              </a:spcAft>
              <a:defRPr sz="1400" b="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5">
            <a:extLst>
              <a:ext uri="{FF2B5EF4-FFF2-40B4-BE49-F238E27FC236}">
                <a16:creationId xmlns:a16="http://schemas.microsoft.com/office/drawing/2014/main" id="{B9B66675-D8A5-0062-EB51-C8069A2C3C2E}"/>
              </a:ext>
            </a:extLst>
          </p:cNvPr>
          <p:cNvSpPr>
            <a:spLocks noGrp="1"/>
          </p:cNvSpPr>
          <p:nvPr>
            <p:ph type="sldNum" sz="quarter" idx="4"/>
          </p:nvPr>
        </p:nvSpPr>
        <p:spPr>
          <a:xfrm>
            <a:off x="914400" y="6246254"/>
            <a:ext cx="631065" cy="296214"/>
          </a:xfrm>
          <a:prstGeom prst="rect">
            <a:avLst/>
          </a:prstGeom>
        </p:spPr>
        <p:txBody>
          <a:bodyPr vert="horz" lIns="91440" tIns="45720" rIns="91440" bIns="45720" rtlCol="0" anchor="ctr"/>
          <a:lstStyle>
            <a:lvl1pPr algn="l">
              <a:defRPr sz="1200">
                <a:solidFill>
                  <a:schemeClr val="tx1"/>
                </a:solidFill>
              </a:defRPr>
            </a:lvl1pPr>
          </a:lstStyle>
          <a:p>
            <a:fld id="{B5CEABB6-07DC-46E8-9B57-56EC44A396E5}" type="slidenum">
              <a:rPr lang="en-US" smtClean="0"/>
              <a:pPr/>
              <a:t>‹#›</a:t>
            </a:fld>
            <a:endParaRPr lang="en-US" dirty="0"/>
          </a:p>
        </p:txBody>
      </p:sp>
      <p:sp>
        <p:nvSpPr>
          <p:cNvPr id="12" name="Picture Placeholder 11">
            <a:extLst>
              <a:ext uri="{FF2B5EF4-FFF2-40B4-BE49-F238E27FC236}">
                <a16:creationId xmlns:a16="http://schemas.microsoft.com/office/drawing/2014/main" id="{39DD264F-42B5-DBB0-9839-DB4C6827ED76}"/>
              </a:ext>
            </a:extLst>
          </p:cNvPr>
          <p:cNvSpPr>
            <a:spLocks noGrp="1"/>
          </p:cNvSpPr>
          <p:nvPr>
            <p:ph type="pic" sz="quarter" idx="11"/>
          </p:nvPr>
        </p:nvSpPr>
        <p:spPr>
          <a:xfrm>
            <a:off x="6076950" y="0"/>
            <a:ext cx="6115050" cy="6868886"/>
          </a:xfrm>
          <a:custGeom>
            <a:avLst/>
            <a:gdLst>
              <a:gd name="connsiteX0" fmla="*/ 0 w 6115050"/>
              <a:gd name="connsiteY0" fmla="*/ 0 h 6858000"/>
              <a:gd name="connsiteX1" fmla="*/ 6115050 w 6115050"/>
              <a:gd name="connsiteY1" fmla="*/ 0 h 6858000"/>
              <a:gd name="connsiteX2" fmla="*/ 6115050 w 6115050"/>
              <a:gd name="connsiteY2" fmla="*/ 6858000 h 6858000"/>
              <a:gd name="connsiteX3" fmla="*/ 0 w 6115050"/>
              <a:gd name="connsiteY3" fmla="*/ 6858000 h 6858000"/>
              <a:gd name="connsiteX4" fmla="*/ 0 w 6115050"/>
              <a:gd name="connsiteY4" fmla="*/ 0 h 6858000"/>
              <a:gd name="connsiteX0" fmla="*/ 2024742 w 6115050"/>
              <a:gd name="connsiteY0" fmla="*/ 0 h 6858000"/>
              <a:gd name="connsiteX1" fmla="*/ 6115050 w 6115050"/>
              <a:gd name="connsiteY1" fmla="*/ 0 h 6858000"/>
              <a:gd name="connsiteX2" fmla="*/ 6115050 w 6115050"/>
              <a:gd name="connsiteY2" fmla="*/ 6858000 h 6858000"/>
              <a:gd name="connsiteX3" fmla="*/ 0 w 6115050"/>
              <a:gd name="connsiteY3" fmla="*/ 6858000 h 6858000"/>
              <a:gd name="connsiteX4" fmla="*/ 2024742 w 6115050"/>
              <a:gd name="connsiteY4" fmla="*/ 0 h 6858000"/>
              <a:gd name="connsiteX0" fmla="*/ 2024742 w 6115050"/>
              <a:gd name="connsiteY0" fmla="*/ 0 h 6858000"/>
              <a:gd name="connsiteX1" fmla="*/ 6115050 w 6115050"/>
              <a:gd name="connsiteY1" fmla="*/ 0 h 6858000"/>
              <a:gd name="connsiteX2" fmla="*/ 6115050 w 6115050"/>
              <a:gd name="connsiteY2" fmla="*/ 3603171 h 6858000"/>
              <a:gd name="connsiteX3" fmla="*/ 6115050 w 6115050"/>
              <a:gd name="connsiteY3" fmla="*/ 6858000 h 6858000"/>
              <a:gd name="connsiteX4" fmla="*/ 0 w 6115050"/>
              <a:gd name="connsiteY4" fmla="*/ 6858000 h 6858000"/>
              <a:gd name="connsiteX5" fmla="*/ 2024742 w 6115050"/>
              <a:gd name="connsiteY5" fmla="*/ 0 h 6858000"/>
              <a:gd name="connsiteX0" fmla="*/ 2024742 w 6115050"/>
              <a:gd name="connsiteY0" fmla="*/ 0 h 6868886"/>
              <a:gd name="connsiteX1" fmla="*/ 6115050 w 6115050"/>
              <a:gd name="connsiteY1" fmla="*/ 0 h 6868886"/>
              <a:gd name="connsiteX2" fmla="*/ 6115050 w 6115050"/>
              <a:gd name="connsiteY2" fmla="*/ 3603171 h 6868886"/>
              <a:gd name="connsiteX3" fmla="*/ 5157107 w 6115050"/>
              <a:gd name="connsiteY3" fmla="*/ 6868886 h 6868886"/>
              <a:gd name="connsiteX4" fmla="*/ 0 w 6115050"/>
              <a:gd name="connsiteY4" fmla="*/ 6858000 h 6868886"/>
              <a:gd name="connsiteX5" fmla="*/ 2024742 w 6115050"/>
              <a:gd name="connsiteY5" fmla="*/ 0 h 68688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115050" h="6868886">
                <a:moveTo>
                  <a:pt x="2024742" y="0"/>
                </a:moveTo>
                <a:lnTo>
                  <a:pt x="6115050" y="0"/>
                </a:lnTo>
                <a:lnTo>
                  <a:pt x="6115050" y="3603171"/>
                </a:lnTo>
                <a:lnTo>
                  <a:pt x="5157107" y="6868886"/>
                </a:lnTo>
                <a:lnTo>
                  <a:pt x="0" y="6858000"/>
                </a:lnTo>
                <a:lnTo>
                  <a:pt x="2024742" y="0"/>
                </a:lnTo>
                <a:close/>
              </a:path>
            </a:pathLst>
          </a:custGeom>
        </p:spPr>
        <p:txBody>
          <a:bodyPr>
            <a:normAutofit/>
          </a:bodyPr>
          <a:lstStyle>
            <a:lvl1pPr marL="0" indent="0" algn="r">
              <a:buNone/>
              <a:defRPr sz="2000"/>
            </a:lvl1pPr>
          </a:lstStyle>
          <a:p>
            <a:r>
              <a:rPr lang="en-US"/>
              <a:t>Click icon to add picture</a:t>
            </a:r>
            <a:endParaRPr lang="en-US" dirty="0"/>
          </a:p>
        </p:txBody>
      </p:sp>
    </p:spTree>
    <p:extLst>
      <p:ext uri="{BB962C8B-B14F-4D97-AF65-F5344CB8AC3E}">
        <p14:creationId xmlns:p14="http://schemas.microsoft.com/office/powerpoint/2010/main" val="34670084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Content and Table 1">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BE5D17C7-3503-7305-8191-20863B738898}"/>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r="55824" b="26760"/>
          <a:stretch/>
        </p:blipFill>
        <p:spPr>
          <a:xfrm>
            <a:off x="9229725" y="1835240"/>
            <a:ext cx="2962275" cy="5022760"/>
          </a:xfrm>
          <a:prstGeom prst="rect">
            <a:avLst/>
          </a:prstGeom>
        </p:spPr>
      </p:pic>
      <p:sp>
        <p:nvSpPr>
          <p:cNvPr id="14" name="Rectangle 13">
            <a:extLst>
              <a:ext uri="{FF2B5EF4-FFF2-40B4-BE49-F238E27FC236}">
                <a16:creationId xmlns:a16="http://schemas.microsoft.com/office/drawing/2014/main" id="{C76E1AE6-3E01-1CBD-CAEC-11056D00ADE5}"/>
              </a:ext>
              <a:ext uri="{C183D7F6-B498-43B3-948B-1728B52AA6E4}">
                <adec:decorative xmlns:adec="http://schemas.microsoft.com/office/drawing/2017/decorative" val="1"/>
              </a:ext>
            </a:extLst>
          </p:cNvPr>
          <p:cNvSpPr/>
          <p:nvPr userDrawn="1"/>
        </p:nvSpPr>
        <p:spPr>
          <a:xfrm>
            <a:off x="4443413" y="1835240"/>
            <a:ext cx="7000875" cy="427981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Graphic 8">
            <a:extLst>
              <a:ext uri="{FF2B5EF4-FFF2-40B4-BE49-F238E27FC236}">
                <a16:creationId xmlns:a16="http://schemas.microsoft.com/office/drawing/2014/main" id="{90E28F03-2149-7C50-779B-6A2D8D789AF5}"/>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60903" r="75060" b="10347"/>
          <a:stretch/>
        </p:blipFill>
        <p:spPr>
          <a:xfrm rot="16200000">
            <a:off x="149650" y="-149653"/>
            <a:ext cx="1672375" cy="1971675"/>
          </a:xfrm>
          <a:prstGeom prst="rect">
            <a:avLst/>
          </a:prstGeom>
        </p:spPr>
      </p:pic>
      <p:sp>
        <p:nvSpPr>
          <p:cNvPr id="10" name="Title 9">
            <a:extLst>
              <a:ext uri="{FF2B5EF4-FFF2-40B4-BE49-F238E27FC236}">
                <a16:creationId xmlns:a16="http://schemas.microsoft.com/office/drawing/2014/main" id="{CA4CAE4E-4252-8471-C50B-1DD5AFBFECCA}"/>
              </a:ext>
            </a:extLst>
          </p:cNvPr>
          <p:cNvSpPr>
            <a:spLocks noGrp="1"/>
          </p:cNvSpPr>
          <p:nvPr>
            <p:ph type="title" hasCustomPrompt="1"/>
          </p:nvPr>
        </p:nvSpPr>
        <p:spPr>
          <a:xfrm>
            <a:off x="914399" y="365125"/>
            <a:ext cx="10363202" cy="1603462"/>
          </a:xfrm>
        </p:spPr>
        <p:txBody>
          <a:bodyPr>
            <a:normAutofit/>
          </a:bodyPr>
          <a:lstStyle>
            <a:lvl1pPr>
              <a:defRPr sz="3200"/>
            </a:lvl1pPr>
          </a:lstStyle>
          <a:p>
            <a:r>
              <a:rPr lang="en-US" dirty="0"/>
              <a:t>Click to add title</a:t>
            </a:r>
          </a:p>
        </p:txBody>
      </p:sp>
      <p:sp>
        <p:nvSpPr>
          <p:cNvPr id="11" name="Content Placeholder 10">
            <a:extLst>
              <a:ext uri="{FF2B5EF4-FFF2-40B4-BE49-F238E27FC236}">
                <a16:creationId xmlns:a16="http://schemas.microsoft.com/office/drawing/2014/main" id="{E493CE42-5465-91AC-A1F4-A4821AE37A9C}"/>
              </a:ext>
            </a:extLst>
          </p:cNvPr>
          <p:cNvSpPr>
            <a:spLocks noGrp="1"/>
          </p:cNvSpPr>
          <p:nvPr>
            <p:ph sz="quarter" idx="10" hasCustomPrompt="1"/>
          </p:nvPr>
        </p:nvSpPr>
        <p:spPr>
          <a:xfrm>
            <a:off x="914399" y="2022250"/>
            <a:ext cx="3299013" cy="3914910"/>
          </a:xfrm>
        </p:spPr>
        <p:txBody>
          <a:bodyPr>
            <a:normAutofit/>
          </a:bodyPr>
          <a:lstStyle>
            <a:lvl1pPr>
              <a:spcBef>
                <a:spcPts val="0"/>
              </a:spcBef>
              <a:spcAft>
                <a:spcPts val="1200"/>
              </a:spcAft>
              <a:defRPr sz="2000" b="0"/>
            </a:lvl1pPr>
            <a:lvl2pPr>
              <a:spcBef>
                <a:spcPts val="0"/>
              </a:spcBef>
              <a:spcAft>
                <a:spcPts val="1200"/>
              </a:spcAft>
              <a:defRPr sz="1800" b="0"/>
            </a:lvl2pPr>
            <a:lvl3pPr>
              <a:spcBef>
                <a:spcPts val="0"/>
              </a:spcBef>
              <a:spcAft>
                <a:spcPts val="1200"/>
              </a:spcAft>
              <a:defRPr sz="1600" b="0"/>
            </a:lvl3pPr>
            <a:lvl4pPr>
              <a:spcBef>
                <a:spcPts val="0"/>
              </a:spcBef>
              <a:spcAft>
                <a:spcPts val="1200"/>
              </a:spcAft>
              <a:defRPr sz="1400" b="0"/>
            </a:lvl4pPr>
            <a:lvl5pPr>
              <a:spcBef>
                <a:spcPts val="0"/>
              </a:spcBef>
              <a:spcAft>
                <a:spcPts val="1200"/>
              </a:spcAft>
              <a:defRPr sz="1400" b="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able Placeholder 12">
            <a:extLst>
              <a:ext uri="{FF2B5EF4-FFF2-40B4-BE49-F238E27FC236}">
                <a16:creationId xmlns:a16="http://schemas.microsoft.com/office/drawing/2014/main" id="{156A00B1-F3E3-B7FF-58F4-61DE3EF07C07}"/>
              </a:ext>
            </a:extLst>
          </p:cNvPr>
          <p:cNvSpPr>
            <a:spLocks noGrp="1"/>
          </p:cNvSpPr>
          <p:nvPr>
            <p:ph type="tbl" sz="quarter" idx="11" hasCustomPrompt="1"/>
          </p:nvPr>
        </p:nvSpPr>
        <p:spPr>
          <a:xfrm>
            <a:off x="4602163" y="2017713"/>
            <a:ext cx="6675437" cy="3932237"/>
          </a:xfrm>
        </p:spPr>
        <p:txBody>
          <a:bodyPr>
            <a:normAutofit/>
          </a:bodyPr>
          <a:lstStyle>
            <a:lvl1pPr>
              <a:defRPr sz="2000"/>
            </a:lvl1pPr>
          </a:lstStyle>
          <a:p>
            <a:r>
              <a:rPr lang="en-US" dirty="0"/>
              <a:t>Click icon to insert table</a:t>
            </a:r>
          </a:p>
        </p:txBody>
      </p:sp>
      <p:sp>
        <p:nvSpPr>
          <p:cNvPr id="5" name="Slide Number Placeholder 5">
            <a:extLst>
              <a:ext uri="{FF2B5EF4-FFF2-40B4-BE49-F238E27FC236}">
                <a16:creationId xmlns:a16="http://schemas.microsoft.com/office/drawing/2014/main" id="{B9B66675-D8A5-0062-EB51-C8069A2C3C2E}"/>
              </a:ext>
            </a:extLst>
          </p:cNvPr>
          <p:cNvSpPr>
            <a:spLocks noGrp="1"/>
          </p:cNvSpPr>
          <p:nvPr>
            <p:ph type="sldNum" sz="quarter" idx="4"/>
          </p:nvPr>
        </p:nvSpPr>
        <p:spPr>
          <a:xfrm>
            <a:off x="914400" y="6246254"/>
            <a:ext cx="631065" cy="296214"/>
          </a:xfrm>
          <a:prstGeom prst="rect">
            <a:avLst/>
          </a:prstGeom>
        </p:spPr>
        <p:txBody>
          <a:bodyPr vert="horz" lIns="91440" tIns="45720" rIns="91440" bIns="45720" rtlCol="0" anchor="ctr"/>
          <a:lstStyle>
            <a:lvl1pPr algn="l">
              <a:defRPr sz="1200">
                <a:solidFill>
                  <a:schemeClr val="tx1"/>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20562149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two Content 3">
    <p:bg>
      <p:bgPr>
        <a:solidFill>
          <a:schemeClr val="accent1"/>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13A42171-0D82-07BF-4667-498861CC2AFB}"/>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18883" t="34408" r="46636" b="1"/>
          <a:stretch/>
        </p:blipFill>
        <p:spPr>
          <a:xfrm flipH="1" flipV="1">
            <a:off x="10506072" y="3984078"/>
            <a:ext cx="1685928" cy="2873921"/>
          </a:xfrm>
          <a:prstGeom prst="rect">
            <a:avLst/>
          </a:prstGeom>
        </p:spPr>
      </p:pic>
      <p:pic>
        <p:nvPicPr>
          <p:cNvPr id="9" name="Graphic 8">
            <a:extLst>
              <a:ext uri="{FF2B5EF4-FFF2-40B4-BE49-F238E27FC236}">
                <a16:creationId xmlns:a16="http://schemas.microsoft.com/office/drawing/2014/main" id="{13C71A0D-EE6D-54C4-71DE-04BE28558058}"/>
              </a:ext>
              <a:ext uri="{C183D7F6-B498-43B3-948B-1728B52AA6E4}">
                <adec:decorative xmlns:adec="http://schemas.microsoft.com/office/drawing/2017/decorative" val="1"/>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l="29718" t="47145" r="39389" b="8754"/>
          <a:stretch/>
        </p:blipFill>
        <p:spPr>
          <a:xfrm rot="5400000" flipV="1">
            <a:off x="9781526" y="-311511"/>
            <a:ext cx="2098964" cy="2721985"/>
          </a:xfrm>
          <a:prstGeom prst="rect">
            <a:avLst/>
          </a:prstGeom>
        </p:spPr>
      </p:pic>
      <p:sp>
        <p:nvSpPr>
          <p:cNvPr id="10" name="Title 9">
            <a:extLst>
              <a:ext uri="{FF2B5EF4-FFF2-40B4-BE49-F238E27FC236}">
                <a16:creationId xmlns:a16="http://schemas.microsoft.com/office/drawing/2014/main" id="{3F82FA92-501B-5A05-E15F-2FB9BCEBE312}"/>
              </a:ext>
            </a:extLst>
          </p:cNvPr>
          <p:cNvSpPr>
            <a:spLocks noGrp="1"/>
          </p:cNvSpPr>
          <p:nvPr>
            <p:ph type="title" hasCustomPrompt="1"/>
          </p:nvPr>
        </p:nvSpPr>
        <p:spPr>
          <a:xfrm>
            <a:off x="891990" y="434225"/>
            <a:ext cx="9524998" cy="1499627"/>
          </a:xfrm>
        </p:spPr>
        <p:txBody>
          <a:bodyPr>
            <a:normAutofit/>
          </a:bodyPr>
          <a:lstStyle>
            <a:lvl1pPr>
              <a:defRPr sz="3200"/>
            </a:lvl1pPr>
          </a:lstStyle>
          <a:p>
            <a:r>
              <a:rPr lang="en-US" dirty="0"/>
              <a:t>Click to add title</a:t>
            </a:r>
          </a:p>
        </p:txBody>
      </p:sp>
      <p:sp>
        <p:nvSpPr>
          <p:cNvPr id="11" name="Content Placeholder 10">
            <a:extLst>
              <a:ext uri="{FF2B5EF4-FFF2-40B4-BE49-F238E27FC236}">
                <a16:creationId xmlns:a16="http://schemas.microsoft.com/office/drawing/2014/main" id="{B463EEE0-BE31-122C-586C-8BA8D90371E6}"/>
              </a:ext>
            </a:extLst>
          </p:cNvPr>
          <p:cNvSpPr>
            <a:spLocks noGrp="1"/>
          </p:cNvSpPr>
          <p:nvPr>
            <p:ph sz="quarter" idx="10" hasCustomPrompt="1"/>
          </p:nvPr>
        </p:nvSpPr>
        <p:spPr>
          <a:xfrm>
            <a:off x="914399" y="2022250"/>
            <a:ext cx="6257366" cy="3914910"/>
          </a:xfrm>
        </p:spPr>
        <p:txBody>
          <a:bodyPr>
            <a:normAutofit/>
          </a:bodyPr>
          <a:lstStyle>
            <a:lvl1pPr marL="0" indent="0">
              <a:spcBef>
                <a:spcPts val="0"/>
              </a:spcBef>
              <a:spcAft>
                <a:spcPts val="1200"/>
              </a:spcAft>
              <a:buNone/>
              <a:defRPr sz="2000" b="0"/>
            </a:lvl1pPr>
            <a:lvl2pPr marL="228600">
              <a:spcBef>
                <a:spcPts val="0"/>
              </a:spcBef>
              <a:spcAft>
                <a:spcPts val="1200"/>
              </a:spcAft>
              <a:defRPr sz="2000" b="0"/>
            </a:lvl2pPr>
            <a:lvl3pPr marL="685800">
              <a:spcBef>
                <a:spcPts val="0"/>
              </a:spcBef>
              <a:spcAft>
                <a:spcPts val="1200"/>
              </a:spcAft>
              <a:defRPr sz="1800" b="0"/>
            </a:lvl3pPr>
            <a:lvl4pPr marL="914400">
              <a:spcBef>
                <a:spcPts val="0"/>
              </a:spcBef>
              <a:spcAft>
                <a:spcPts val="1200"/>
              </a:spcAft>
              <a:defRPr sz="1600" b="0"/>
            </a:lvl4pPr>
            <a:lvl5pPr marL="1143000">
              <a:spcBef>
                <a:spcPts val="0"/>
              </a:spcBef>
              <a:spcAft>
                <a:spcPts val="1200"/>
              </a:spcAft>
              <a:defRPr sz="1600" b="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10">
            <a:extLst>
              <a:ext uri="{FF2B5EF4-FFF2-40B4-BE49-F238E27FC236}">
                <a16:creationId xmlns:a16="http://schemas.microsoft.com/office/drawing/2014/main" id="{52C157D5-2C68-BA6A-033B-A4CC016CA68F}"/>
              </a:ext>
            </a:extLst>
          </p:cNvPr>
          <p:cNvSpPr>
            <a:spLocks noGrp="1"/>
          </p:cNvSpPr>
          <p:nvPr>
            <p:ph sz="quarter" idx="11" hasCustomPrompt="1"/>
          </p:nvPr>
        </p:nvSpPr>
        <p:spPr>
          <a:xfrm>
            <a:off x="7967475" y="2018119"/>
            <a:ext cx="2449514" cy="3931919"/>
          </a:xfrm>
        </p:spPr>
        <p:txBody>
          <a:bodyPr>
            <a:normAutofit/>
          </a:bodyPr>
          <a:lstStyle>
            <a:lvl1pPr>
              <a:spcBef>
                <a:spcPts val="0"/>
              </a:spcBef>
              <a:spcAft>
                <a:spcPts val="1200"/>
              </a:spcAft>
              <a:defRPr sz="2000" b="1"/>
            </a:lvl1pPr>
            <a:lvl2pPr marL="411480">
              <a:spcBef>
                <a:spcPts val="0"/>
              </a:spcBef>
              <a:spcAft>
                <a:spcPts val="1200"/>
              </a:spcAft>
              <a:defRPr sz="1800" b="1"/>
            </a:lvl2pPr>
            <a:lvl3pPr marL="502920">
              <a:spcBef>
                <a:spcPts val="0"/>
              </a:spcBef>
              <a:spcAft>
                <a:spcPts val="1200"/>
              </a:spcAft>
              <a:defRPr sz="1600" b="1"/>
            </a:lvl3pPr>
            <a:lvl4pPr marL="594360">
              <a:spcBef>
                <a:spcPts val="0"/>
              </a:spcBef>
              <a:spcAft>
                <a:spcPts val="1200"/>
              </a:spcAft>
              <a:defRPr sz="1400" b="1"/>
            </a:lvl4pPr>
            <a:lvl5pPr marL="685800">
              <a:spcBef>
                <a:spcPts val="0"/>
              </a:spcBef>
              <a:spcAft>
                <a:spcPts val="1200"/>
              </a:spcAft>
              <a:defRPr sz="1400" b="1"/>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5">
            <a:extLst>
              <a:ext uri="{FF2B5EF4-FFF2-40B4-BE49-F238E27FC236}">
                <a16:creationId xmlns:a16="http://schemas.microsoft.com/office/drawing/2014/main" id="{B9B66675-D8A5-0062-EB51-C8069A2C3C2E}"/>
              </a:ext>
            </a:extLst>
          </p:cNvPr>
          <p:cNvSpPr>
            <a:spLocks noGrp="1"/>
          </p:cNvSpPr>
          <p:nvPr>
            <p:ph type="sldNum" sz="quarter" idx="4"/>
          </p:nvPr>
        </p:nvSpPr>
        <p:spPr>
          <a:xfrm>
            <a:off x="914400" y="6246254"/>
            <a:ext cx="631065" cy="296214"/>
          </a:xfrm>
          <a:prstGeom prst="rect">
            <a:avLst/>
          </a:prstGeom>
        </p:spPr>
        <p:txBody>
          <a:bodyPr vert="horz" lIns="91440" tIns="45720" rIns="91440" bIns="45720" rtlCol="0" anchor="ctr"/>
          <a:lstStyle>
            <a:lvl1pPr algn="l">
              <a:defRPr sz="1200">
                <a:solidFill>
                  <a:schemeClr val="tx1"/>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11198423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15CC9A46-E0E7-B31D-3E27-6F4303A45A96}"/>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18883" t="18052" r="46636"/>
          <a:stretch/>
        </p:blipFill>
        <p:spPr>
          <a:xfrm rot="16200000" flipH="1" flipV="1">
            <a:off x="9553763" y="-952310"/>
            <a:ext cx="1685928" cy="3590547"/>
          </a:xfrm>
          <a:prstGeom prst="rect">
            <a:avLst/>
          </a:prstGeom>
        </p:spPr>
      </p:pic>
      <p:sp>
        <p:nvSpPr>
          <p:cNvPr id="7" name="Title 6">
            <a:extLst>
              <a:ext uri="{FF2B5EF4-FFF2-40B4-BE49-F238E27FC236}">
                <a16:creationId xmlns:a16="http://schemas.microsoft.com/office/drawing/2014/main" id="{767669DC-4C7F-9B50-FCC0-F2AF5B2A9509}"/>
              </a:ext>
            </a:extLst>
          </p:cNvPr>
          <p:cNvSpPr>
            <a:spLocks noGrp="1"/>
          </p:cNvSpPr>
          <p:nvPr>
            <p:ph type="title" hasCustomPrompt="1"/>
          </p:nvPr>
        </p:nvSpPr>
        <p:spPr>
          <a:xfrm>
            <a:off x="923545" y="584477"/>
            <a:ext cx="10354052" cy="1209765"/>
          </a:xfrm>
        </p:spPr>
        <p:txBody>
          <a:bodyPr>
            <a:normAutofit/>
          </a:bodyPr>
          <a:lstStyle>
            <a:lvl1pPr>
              <a:defRPr sz="3200"/>
            </a:lvl1pPr>
          </a:lstStyle>
          <a:p>
            <a:r>
              <a:rPr lang="en-US" dirty="0"/>
              <a:t>Click to add title</a:t>
            </a:r>
          </a:p>
        </p:txBody>
      </p:sp>
      <p:sp>
        <p:nvSpPr>
          <p:cNvPr id="9" name="Table Placeholder 8">
            <a:extLst>
              <a:ext uri="{FF2B5EF4-FFF2-40B4-BE49-F238E27FC236}">
                <a16:creationId xmlns:a16="http://schemas.microsoft.com/office/drawing/2014/main" id="{BEF581C2-7562-2E21-E6DD-20AEFC43AABC}"/>
              </a:ext>
            </a:extLst>
          </p:cNvPr>
          <p:cNvSpPr>
            <a:spLocks noGrp="1"/>
          </p:cNvSpPr>
          <p:nvPr>
            <p:ph type="tbl" sz="quarter" idx="10"/>
          </p:nvPr>
        </p:nvSpPr>
        <p:spPr>
          <a:xfrm>
            <a:off x="923545" y="2009775"/>
            <a:ext cx="10354052" cy="3931920"/>
          </a:xfrm>
        </p:spPr>
        <p:txBody>
          <a:bodyPr>
            <a:normAutofit/>
          </a:bodyPr>
          <a:lstStyle>
            <a:lvl1pPr>
              <a:defRPr sz="2400"/>
            </a:lvl1pPr>
          </a:lstStyle>
          <a:p>
            <a:r>
              <a:rPr lang="en-US"/>
              <a:t>Click icon to add table</a:t>
            </a:r>
            <a:endParaRPr lang="en-US" dirty="0"/>
          </a:p>
        </p:txBody>
      </p:sp>
      <p:sp>
        <p:nvSpPr>
          <p:cNvPr id="5" name="Slide Number Placeholder 5">
            <a:extLst>
              <a:ext uri="{FF2B5EF4-FFF2-40B4-BE49-F238E27FC236}">
                <a16:creationId xmlns:a16="http://schemas.microsoft.com/office/drawing/2014/main" id="{B9B66675-D8A5-0062-EB51-C8069A2C3C2E}"/>
              </a:ext>
            </a:extLst>
          </p:cNvPr>
          <p:cNvSpPr>
            <a:spLocks noGrp="1"/>
          </p:cNvSpPr>
          <p:nvPr>
            <p:ph type="sldNum" sz="quarter" idx="4"/>
          </p:nvPr>
        </p:nvSpPr>
        <p:spPr>
          <a:xfrm>
            <a:off x="914400" y="6246254"/>
            <a:ext cx="631065" cy="296214"/>
          </a:xfrm>
          <a:prstGeom prst="rect">
            <a:avLst/>
          </a:prstGeom>
        </p:spPr>
        <p:txBody>
          <a:bodyPr vert="horz" lIns="91440" tIns="45720" rIns="91440" bIns="45720" rtlCol="0" anchor="ctr"/>
          <a:lstStyle>
            <a:lvl1pPr algn="l">
              <a:defRPr sz="1200">
                <a:solidFill>
                  <a:schemeClr val="tx1"/>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21638426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2">
    <p:bg>
      <p:bgPr>
        <a:solidFill>
          <a:schemeClr val="tx1"/>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E3A3E8B6-2BD8-19E0-7F51-7A25EF836F8C}"/>
              </a:ext>
            </a:extLst>
          </p:cNvPr>
          <p:cNvSpPr>
            <a:spLocks noGrp="1"/>
          </p:cNvSpPr>
          <p:nvPr>
            <p:ph type="title" hasCustomPrompt="1"/>
          </p:nvPr>
        </p:nvSpPr>
        <p:spPr>
          <a:xfrm>
            <a:off x="6091515" y="374090"/>
            <a:ext cx="5057104" cy="3624984"/>
          </a:xfrm>
        </p:spPr>
        <p:txBody>
          <a:bodyPr anchor="b">
            <a:normAutofit/>
          </a:bodyPr>
          <a:lstStyle>
            <a:lvl1pPr>
              <a:defRPr sz="4800">
                <a:solidFill>
                  <a:schemeClr val="bg1"/>
                </a:solidFill>
              </a:defRPr>
            </a:lvl1pPr>
          </a:lstStyle>
          <a:p>
            <a:r>
              <a:rPr lang="en-US" dirty="0"/>
              <a:t>Click to add title</a:t>
            </a:r>
          </a:p>
        </p:txBody>
      </p:sp>
      <p:sp>
        <p:nvSpPr>
          <p:cNvPr id="8" name="Content Placeholder 2">
            <a:extLst>
              <a:ext uri="{FF2B5EF4-FFF2-40B4-BE49-F238E27FC236}">
                <a16:creationId xmlns:a16="http://schemas.microsoft.com/office/drawing/2014/main" id="{B1F96043-F6A4-F581-7DB8-96138F0E4011}"/>
              </a:ext>
            </a:extLst>
          </p:cNvPr>
          <p:cNvSpPr>
            <a:spLocks noGrp="1"/>
          </p:cNvSpPr>
          <p:nvPr>
            <p:ph idx="1" hasCustomPrompt="1"/>
          </p:nvPr>
        </p:nvSpPr>
        <p:spPr>
          <a:xfrm>
            <a:off x="6091514" y="4172989"/>
            <a:ext cx="5057103" cy="2519363"/>
          </a:xfrm>
        </p:spPr>
        <p:txBody>
          <a:bodyPr>
            <a:normAutofit/>
          </a:bodyPr>
          <a:lstStyle>
            <a:lvl1pPr marL="0" indent="0">
              <a:lnSpc>
                <a:spcPct val="90000"/>
              </a:lnSpc>
              <a:spcBef>
                <a:spcPts val="0"/>
              </a:spcBef>
              <a:spcAft>
                <a:spcPts val="0"/>
              </a:spcAft>
              <a:buNone/>
              <a:defRPr sz="2000" baseline="0">
                <a:solidFill>
                  <a:schemeClr val="bg1"/>
                </a:solidFill>
              </a:defRPr>
            </a:lvl1pPr>
            <a:lvl2pPr marL="742950" indent="-285750">
              <a:lnSpc>
                <a:spcPct val="90000"/>
              </a:lnSpc>
              <a:spcBef>
                <a:spcPts val="0"/>
              </a:spcBef>
              <a:spcAft>
                <a:spcPts val="0"/>
              </a:spcAft>
              <a:buFont typeface="Arial" panose="020B0604020202020204" pitchFamily="34" charset="0"/>
              <a:buChar char="•"/>
              <a:defRPr sz="1800" baseline="0">
                <a:solidFill>
                  <a:schemeClr val="bg1"/>
                </a:solidFill>
              </a:defRPr>
            </a:lvl2pPr>
            <a:lvl3pPr marL="1200150" indent="-285750">
              <a:lnSpc>
                <a:spcPct val="90000"/>
              </a:lnSpc>
              <a:spcBef>
                <a:spcPts val="0"/>
              </a:spcBef>
              <a:spcAft>
                <a:spcPts val="0"/>
              </a:spcAft>
              <a:buFont typeface="Arial" panose="020B0604020202020204" pitchFamily="34" charset="0"/>
              <a:buChar char="•"/>
              <a:defRPr sz="1600" baseline="0">
                <a:solidFill>
                  <a:schemeClr val="bg1"/>
                </a:solidFill>
              </a:defRPr>
            </a:lvl3pPr>
            <a:lvl4pPr marL="1657350" indent="-285750">
              <a:lnSpc>
                <a:spcPct val="90000"/>
              </a:lnSpc>
              <a:spcBef>
                <a:spcPts val="0"/>
              </a:spcBef>
              <a:spcAft>
                <a:spcPts val="0"/>
              </a:spcAft>
              <a:buFont typeface="Arial" panose="020B0604020202020204" pitchFamily="34" charset="0"/>
              <a:buChar char="•"/>
              <a:defRPr sz="1400" baseline="0">
                <a:solidFill>
                  <a:schemeClr val="bg1"/>
                </a:solidFill>
              </a:defRPr>
            </a:lvl4pPr>
            <a:lvl5pPr marL="2000250" indent="-171450">
              <a:lnSpc>
                <a:spcPct val="90000"/>
              </a:lnSpc>
              <a:spcBef>
                <a:spcPts val="0"/>
              </a:spcBef>
              <a:spcAft>
                <a:spcPts val="0"/>
              </a:spcAft>
              <a:buFont typeface="Arial" panose="020B0604020202020204" pitchFamily="34" charset="0"/>
              <a:buChar char="•"/>
              <a:defRPr sz="1200" baseline="0">
                <a:solidFill>
                  <a:schemeClr val="bg1"/>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 name="Graphic 1">
            <a:extLst>
              <a:ext uri="{FF2B5EF4-FFF2-40B4-BE49-F238E27FC236}">
                <a16:creationId xmlns:a16="http://schemas.microsoft.com/office/drawing/2014/main" id="{C805DE67-EFB0-F6F3-6C08-2FE90284C31C}"/>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4151" r="18577"/>
          <a:stretch/>
        </p:blipFill>
        <p:spPr>
          <a:xfrm flipH="1">
            <a:off x="0" y="0"/>
            <a:ext cx="5181600" cy="6858000"/>
          </a:xfrm>
          <a:prstGeom prst="rect">
            <a:avLst/>
          </a:prstGeom>
        </p:spPr>
      </p:pic>
    </p:spTree>
    <p:extLst>
      <p:ext uri="{BB962C8B-B14F-4D97-AF65-F5344CB8AC3E}">
        <p14:creationId xmlns:p14="http://schemas.microsoft.com/office/powerpoint/2010/main" val="24703470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F4C17E5-24ED-44BC-BA50-02EF903552E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833D101-3AF0-4F06-90ED-B83615C36CE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2AE9FDE-AF95-49F8-A927-35A23C9E65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5" name="Footer Placeholder 4">
            <a:extLst>
              <a:ext uri="{FF2B5EF4-FFF2-40B4-BE49-F238E27FC236}">
                <a16:creationId xmlns:a16="http://schemas.microsoft.com/office/drawing/2014/main" id="{CC2E900D-8FF9-4E80-860D-89C2D3B4E4E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US" dirty="0"/>
              <a:t>Pitch Deck</a:t>
            </a:r>
          </a:p>
        </p:txBody>
      </p:sp>
      <p:sp>
        <p:nvSpPr>
          <p:cNvPr id="6" name="Slide Number Placeholder 5">
            <a:extLst>
              <a:ext uri="{FF2B5EF4-FFF2-40B4-BE49-F238E27FC236}">
                <a16:creationId xmlns:a16="http://schemas.microsoft.com/office/drawing/2014/main" id="{F1A66A0C-1415-46A3-A1FF-BE18C70873E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1928452137"/>
      </p:ext>
    </p:extLst>
  </p:cSld>
  <p:clrMap bg1="lt1" tx1="dk1" bg2="lt2" tx2="dk2" accent1="accent1" accent2="accent2" accent3="accent3" accent4="accent4" accent5="accent5" accent6="accent6" hlink="hlink" folHlink="folHlink"/>
  <p:sldLayoutIdLst>
    <p:sldLayoutId id="2147483707" r:id="rId1"/>
    <p:sldLayoutId id="2147483708" r:id="rId2"/>
    <p:sldLayoutId id="2147483709" r:id="rId3"/>
    <p:sldLayoutId id="2147483710" r:id="rId4"/>
    <p:sldLayoutId id="2147483711" r:id="rId5"/>
    <p:sldLayoutId id="2147483712" r:id="rId6"/>
    <p:sldLayoutId id="2147483713" r:id="rId7"/>
    <p:sldLayoutId id="2147483714" r:id="rId8"/>
    <p:sldLayoutId id="2147483715" r:id="rId9"/>
    <p:sldLayoutId id="2147483716" r:id="rId10"/>
    <p:sldLayoutId id="2147483717" r:id="rId11"/>
    <p:sldLayoutId id="2147483718" r:id="rId12"/>
    <p:sldLayoutId id="2147483706" r:id="rId13"/>
  </p:sldLayoutIdLst>
  <p:hf hdr="0" ftr="0" dt="0"/>
  <p:txStyles>
    <p:titleStyle>
      <a:lvl1pPr algn="l" defTabSz="914400" rtl="0" eaLnBrk="1" latinLnBrk="0" hangingPunct="1">
        <a:lnSpc>
          <a:spcPct val="90000"/>
        </a:lnSpc>
        <a:spcBef>
          <a:spcPct val="0"/>
        </a:spcBef>
        <a:buNone/>
        <a:defRPr sz="44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7.xml"/><Relationship Id="rId1" Type="http://schemas.openxmlformats.org/officeDocument/2006/relationships/slideLayout" Target="../slideLayouts/slideLayout13.xml"/><Relationship Id="rId4" Type="http://schemas.openxmlformats.org/officeDocument/2006/relationships/image" Target="../media/image27.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40D96-BFFB-05BD-30ED-0352500CD058}"/>
              </a:ext>
            </a:extLst>
          </p:cNvPr>
          <p:cNvSpPr>
            <a:spLocks noGrp="1"/>
          </p:cNvSpPr>
          <p:nvPr>
            <p:ph type="title"/>
          </p:nvPr>
        </p:nvSpPr>
        <p:spPr>
          <a:xfrm>
            <a:off x="4962703" y="1494969"/>
            <a:ext cx="7042484" cy="3200400"/>
          </a:xfrm>
        </p:spPr>
        <p:txBody>
          <a:bodyPr>
            <a:normAutofit/>
          </a:bodyPr>
          <a:lstStyle/>
          <a:p>
            <a:r>
              <a:rPr lang="en-GB" sz="5400" dirty="0">
                <a:solidFill>
                  <a:schemeClr val="accent6">
                    <a:lumMod val="40000"/>
                    <a:lumOff val="60000"/>
                  </a:schemeClr>
                </a:solidFill>
                <a:latin typeface="Bahnschrift Condensed" panose="020B0502040204020203" pitchFamily="34" charset="0"/>
              </a:rPr>
              <a:t>Breach of Confidentiality </a:t>
            </a:r>
            <a:br>
              <a:rPr lang="en-GB" sz="5400" dirty="0">
                <a:solidFill>
                  <a:schemeClr val="accent6">
                    <a:lumMod val="40000"/>
                    <a:lumOff val="60000"/>
                  </a:schemeClr>
                </a:solidFill>
                <a:latin typeface="Bahnschrift Condensed" panose="020B0502040204020203" pitchFamily="34" charset="0"/>
              </a:rPr>
            </a:br>
            <a:r>
              <a:rPr lang="en-GB" sz="5400" dirty="0">
                <a:solidFill>
                  <a:schemeClr val="accent6">
                    <a:lumMod val="40000"/>
                    <a:lumOff val="60000"/>
                  </a:schemeClr>
                </a:solidFill>
                <a:latin typeface="Bahnschrift Condensed" panose="020B0502040204020203" pitchFamily="34" charset="0"/>
              </a:rPr>
              <a:t>and Privacy under the IT Act</a:t>
            </a:r>
            <a:endParaRPr lang="en-US" sz="5400" dirty="0">
              <a:latin typeface="Bahnschrift Condensed" panose="020B0502040204020203" pitchFamily="34" charset="0"/>
            </a:endParaRPr>
          </a:p>
        </p:txBody>
      </p:sp>
    </p:spTree>
    <p:extLst>
      <p:ext uri="{BB962C8B-B14F-4D97-AF65-F5344CB8AC3E}">
        <p14:creationId xmlns:p14="http://schemas.microsoft.com/office/powerpoint/2010/main" val="29453900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474D05E-8A36-8D9F-519E-DB514A69D886}"/>
              </a:ext>
            </a:extLst>
          </p:cNvPr>
          <p:cNvSpPr>
            <a:spLocks noGrp="1"/>
          </p:cNvSpPr>
          <p:nvPr>
            <p:ph type="title"/>
          </p:nvPr>
        </p:nvSpPr>
        <p:spPr>
          <a:xfrm>
            <a:off x="3092245" y="9832"/>
            <a:ext cx="5181600" cy="1129072"/>
          </a:xfrm>
        </p:spPr>
        <p:txBody>
          <a:bodyPr/>
          <a:lstStyle/>
          <a:p>
            <a:r>
              <a:rPr lang="en-US" b="1" dirty="0"/>
              <a:t>INDEX</a:t>
            </a:r>
            <a:br>
              <a:rPr lang="en-US" b="1" dirty="0"/>
            </a:br>
            <a:endParaRPr lang="en-US" b="1" dirty="0"/>
          </a:p>
        </p:txBody>
      </p:sp>
      <p:sp>
        <p:nvSpPr>
          <p:cNvPr id="2" name="Slide Number Placeholder 1">
            <a:extLst>
              <a:ext uri="{FF2B5EF4-FFF2-40B4-BE49-F238E27FC236}">
                <a16:creationId xmlns:a16="http://schemas.microsoft.com/office/drawing/2014/main" id="{00255621-1D81-03E6-507B-CB20E070356A}"/>
              </a:ext>
            </a:extLst>
          </p:cNvPr>
          <p:cNvSpPr>
            <a:spLocks noGrp="1"/>
          </p:cNvSpPr>
          <p:nvPr>
            <p:ph type="sldNum" sz="quarter" idx="4"/>
          </p:nvPr>
        </p:nvSpPr>
        <p:spPr>
          <a:xfrm>
            <a:off x="914400" y="6246254"/>
            <a:ext cx="631065" cy="296214"/>
          </a:xfrm>
        </p:spPr>
        <p:txBody>
          <a:bodyPr/>
          <a:lstStyle/>
          <a:p>
            <a:fld id="{B5CEABB6-07DC-46E8-9B57-56EC44A396E5}" type="slidenum">
              <a:rPr lang="en-US" smtClean="0"/>
              <a:pPr/>
              <a:t>2</a:t>
            </a:fld>
            <a:endParaRPr lang="en-US" dirty="0"/>
          </a:p>
        </p:txBody>
      </p:sp>
      <p:graphicFrame>
        <p:nvGraphicFramePr>
          <p:cNvPr id="10" name="Table 9">
            <a:extLst>
              <a:ext uri="{FF2B5EF4-FFF2-40B4-BE49-F238E27FC236}">
                <a16:creationId xmlns:a16="http://schemas.microsoft.com/office/drawing/2014/main" id="{F3BA3E7D-1E17-38F9-3CD5-E708D51F34E2}"/>
              </a:ext>
            </a:extLst>
          </p:cNvPr>
          <p:cNvGraphicFramePr>
            <a:graphicFrameLocks noGrp="1"/>
          </p:cNvGraphicFramePr>
          <p:nvPr>
            <p:extLst>
              <p:ext uri="{D42A27DB-BD31-4B8C-83A1-F6EECF244321}">
                <p14:modId xmlns:p14="http://schemas.microsoft.com/office/powerpoint/2010/main" val="1223057934"/>
              </p:ext>
            </p:extLst>
          </p:nvPr>
        </p:nvGraphicFramePr>
        <p:xfrm>
          <a:off x="633888" y="763741"/>
          <a:ext cx="10098314" cy="4984368"/>
        </p:xfrm>
        <a:graphic>
          <a:graphicData uri="http://schemas.openxmlformats.org/drawingml/2006/table">
            <a:tbl>
              <a:tblPr/>
              <a:tblGrid>
                <a:gridCol w="1757555">
                  <a:extLst>
                    <a:ext uri="{9D8B030D-6E8A-4147-A177-3AD203B41FA5}">
                      <a16:colId xmlns:a16="http://schemas.microsoft.com/office/drawing/2014/main" val="1700937260"/>
                    </a:ext>
                  </a:extLst>
                </a:gridCol>
                <a:gridCol w="8340759">
                  <a:extLst>
                    <a:ext uri="{9D8B030D-6E8A-4147-A177-3AD203B41FA5}">
                      <a16:colId xmlns:a16="http://schemas.microsoft.com/office/drawing/2014/main" val="3293307036"/>
                    </a:ext>
                  </a:extLst>
                </a:gridCol>
              </a:tblGrid>
              <a:tr h="644270">
                <a:tc>
                  <a:txBody>
                    <a:bodyPr/>
                    <a:lstStyle/>
                    <a:p>
                      <a:pPr>
                        <a:buNone/>
                      </a:pPr>
                      <a:r>
                        <a:rPr lang="en-IN" b="1">
                          <a:effectLst/>
                          <a:latin typeface="Google Sans Text"/>
                        </a:rPr>
                        <a:t>NO.</a:t>
                      </a:r>
                      <a:endParaRPr lang="en-IN">
                        <a:effectLst/>
                        <a:latin typeface="Google Sans Text"/>
                      </a:endParaRPr>
                    </a:p>
                  </a:txBody>
                  <a:tcPr anchor="ctr">
                    <a:lnL>
                      <a:noFill/>
                    </a:lnL>
                    <a:lnR>
                      <a:noFill/>
                    </a:lnR>
                    <a:lnT>
                      <a:noFill/>
                    </a:lnT>
                    <a:lnB>
                      <a:noFill/>
                    </a:lnB>
                  </a:tcPr>
                </a:tc>
                <a:tc>
                  <a:txBody>
                    <a:bodyPr/>
                    <a:lstStyle/>
                    <a:p>
                      <a:pPr>
                        <a:buNone/>
                      </a:pPr>
                      <a:r>
                        <a:rPr lang="en-IN" b="1">
                          <a:effectLst/>
                          <a:latin typeface="Google Sans Text"/>
                        </a:rPr>
                        <a:t>TOPIC</a:t>
                      </a:r>
                      <a:endParaRPr lang="en-IN">
                        <a:effectLst/>
                        <a:latin typeface="Google Sans Text"/>
                      </a:endParaRPr>
                    </a:p>
                  </a:txBody>
                  <a:tcPr anchor="ctr">
                    <a:lnL>
                      <a:noFill/>
                    </a:lnL>
                    <a:lnR>
                      <a:noFill/>
                    </a:lnR>
                    <a:lnT>
                      <a:noFill/>
                    </a:lnT>
                    <a:lnB>
                      <a:noFill/>
                    </a:lnB>
                  </a:tcPr>
                </a:tc>
                <a:extLst>
                  <a:ext uri="{0D108BD9-81ED-4DB2-BD59-A6C34878D82A}">
                    <a16:rowId xmlns:a16="http://schemas.microsoft.com/office/drawing/2014/main" val="3654134239"/>
                  </a:ext>
                </a:extLst>
              </a:tr>
              <a:tr h="620014">
                <a:tc>
                  <a:txBody>
                    <a:bodyPr/>
                    <a:lstStyle/>
                    <a:p>
                      <a:pPr>
                        <a:buNone/>
                      </a:pPr>
                      <a:r>
                        <a:rPr lang="en-IN" b="1">
                          <a:effectLst/>
                          <a:latin typeface="Google Sans Text"/>
                        </a:rPr>
                        <a:t>1.</a:t>
                      </a:r>
                      <a:endParaRPr lang="en-IN">
                        <a:effectLst/>
                        <a:latin typeface="Google Sans Text"/>
                      </a:endParaRPr>
                    </a:p>
                  </a:txBody>
                  <a:tcPr anchor="ctr">
                    <a:lnL>
                      <a:noFill/>
                    </a:lnL>
                    <a:lnR>
                      <a:noFill/>
                    </a:lnR>
                    <a:lnT>
                      <a:noFill/>
                    </a:lnT>
                    <a:lnB>
                      <a:noFill/>
                    </a:lnB>
                  </a:tcPr>
                </a:tc>
                <a:tc>
                  <a:txBody>
                    <a:bodyPr/>
                    <a:lstStyle/>
                    <a:p>
                      <a:pPr>
                        <a:buNone/>
                      </a:pPr>
                      <a:r>
                        <a:rPr lang="en-IN" b="1">
                          <a:effectLst/>
                          <a:latin typeface="Google Sans Text"/>
                        </a:rPr>
                        <a:t>INTRODUCTION – IT ACT 2000</a:t>
                      </a:r>
                      <a:endParaRPr lang="en-IN">
                        <a:effectLst/>
                        <a:latin typeface="Google Sans Text"/>
                      </a:endParaRPr>
                    </a:p>
                  </a:txBody>
                  <a:tcPr anchor="ctr">
                    <a:lnL>
                      <a:noFill/>
                    </a:lnL>
                    <a:lnR>
                      <a:noFill/>
                    </a:lnR>
                    <a:lnT>
                      <a:noFill/>
                    </a:lnT>
                    <a:lnB>
                      <a:noFill/>
                    </a:lnB>
                  </a:tcPr>
                </a:tc>
                <a:extLst>
                  <a:ext uri="{0D108BD9-81ED-4DB2-BD59-A6C34878D82A}">
                    <a16:rowId xmlns:a16="http://schemas.microsoft.com/office/drawing/2014/main" val="3558538175"/>
                  </a:ext>
                </a:extLst>
              </a:tr>
              <a:tr h="620014">
                <a:tc>
                  <a:txBody>
                    <a:bodyPr/>
                    <a:lstStyle/>
                    <a:p>
                      <a:pPr>
                        <a:buNone/>
                      </a:pPr>
                      <a:r>
                        <a:rPr lang="en-IN" b="1">
                          <a:effectLst/>
                          <a:latin typeface="Google Sans Text"/>
                        </a:rPr>
                        <a:t>2.</a:t>
                      </a:r>
                      <a:endParaRPr lang="en-IN">
                        <a:effectLst/>
                        <a:latin typeface="Google Sans Text"/>
                      </a:endParaRPr>
                    </a:p>
                  </a:txBody>
                  <a:tcPr anchor="ctr">
                    <a:lnL>
                      <a:noFill/>
                    </a:lnL>
                    <a:lnR>
                      <a:noFill/>
                    </a:lnR>
                    <a:lnT>
                      <a:noFill/>
                    </a:lnT>
                    <a:lnB>
                      <a:noFill/>
                    </a:lnB>
                  </a:tcPr>
                </a:tc>
                <a:tc>
                  <a:txBody>
                    <a:bodyPr/>
                    <a:lstStyle/>
                    <a:p>
                      <a:pPr>
                        <a:buNone/>
                      </a:pPr>
                      <a:r>
                        <a:rPr lang="en-IN" b="1">
                          <a:effectLst/>
                          <a:latin typeface="Google Sans Text"/>
                        </a:rPr>
                        <a:t>IMPORTANT SECTIONS - CONFIDENTIALITY</a:t>
                      </a:r>
                      <a:endParaRPr lang="en-IN">
                        <a:effectLst/>
                        <a:latin typeface="Google Sans Text"/>
                      </a:endParaRPr>
                    </a:p>
                  </a:txBody>
                  <a:tcPr anchor="ctr">
                    <a:lnL>
                      <a:noFill/>
                    </a:lnL>
                    <a:lnR>
                      <a:noFill/>
                    </a:lnR>
                    <a:lnT>
                      <a:noFill/>
                    </a:lnT>
                    <a:lnB>
                      <a:noFill/>
                    </a:lnB>
                  </a:tcPr>
                </a:tc>
                <a:extLst>
                  <a:ext uri="{0D108BD9-81ED-4DB2-BD59-A6C34878D82A}">
                    <a16:rowId xmlns:a16="http://schemas.microsoft.com/office/drawing/2014/main" val="1399217764"/>
                  </a:ext>
                </a:extLst>
              </a:tr>
              <a:tr h="620014">
                <a:tc>
                  <a:txBody>
                    <a:bodyPr/>
                    <a:lstStyle/>
                    <a:p>
                      <a:pPr>
                        <a:buNone/>
                      </a:pPr>
                      <a:r>
                        <a:rPr lang="en-IN" b="1">
                          <a:effectLst/>
                          <a:latin typeface="Google Sans Text"/>
                        </a:rPr>
                        <a:t>3.</a:t>
                      </a:r>
                      <a:endParaRPr lang="en-IN">
                        <a:effectLst/>
                        <a:latin typeface="Google Sans Text"/>
                      </a:endParaRPr>
                    </a:p>
                  </a:txBody>
                  <a:tcPr anchor="ctr">
                    <a:lnL>
                      <a:noFill/>
                    </a:lnL>
                    <a:lnR>
                      <a:noFill/>
                    </a:lnR>
                    <a:lnT>
                      <a:noFill/>
                    </a:lnT>
                    <a:lnB>
                      <a:noFill/>
                    </a:lnB>
                  </a:tcPr>
                </a:tc>
                <a:tc>
                  <a:txBody>
                    <a:bodyPr/>
                    <a:lstStyle/>
                    <a:p>
                      <a:pPr>
                        <a:buNone/>
                      </a:pPr>
                      <a:r>
                        <a:rPr lang="en-IN" b="1" dirty="0">
                          <a:effectLst/>
                          <a:latin typeface="Google Sans Text"/>
                        </a:rPr>
                        <a:t>IMPORTANT SECTIONS - PRIVACY</a:t>
                      </a:r>
                      <a:endParaRPr lang="en-IN" dirty="0">
                        <a:effectLst/>
                        <a:latin typeface="Google Sans Text"/>
                      </a:endParaRPr>
                    </a:p>
                  </a:txBody>
                  <a:tcPr anchor="ctr">
                    <a:lnL>
                      <a:noFill/>
                    </a:lnL>
                    <a:lnR>
                      <a:noFill/>
                    </a:lnR>
                    <a:lnT>
                      <a:noFill/>
                    </a:lnT>
                    <a:lnB>
                      <a:noFill/>
                    </a:lnB>
                  </a:tcPr>
                </a:tc>
                <a:extLst>
                  <a:ext uri="{0D108BD9-81ED-4DB2-BD59-A6C34878D82A}">
                    <a16:rowId xmlns:a16="http://schemas.microsoft.com/office/drawing/2014/main" val="2807164598"/>
                  </a:ext>
                </a:extLst>
              </a:tr>
              <a:tr h="620014">
                <a:tc>
                  <a:txBody>
                    <a:bodyPr/>
                    <a:lstStyle/>
                    <a:p>
                      <a:pPr>
                        <a:buNone/>
                      </a:pPr>
                      <a:r>
                        <a:rPr lang="en-IN" b="1">
                          <a:effectLst/>
                          <a:latin typeface="Google Sans Text"/>
                        </a:rPr>
                        <a:t>4.</a:t>
                      </a:r>
                      <a:endParaRPr lang="en-IN">
                        <a:effectLst/>
                        <a:latin typeface="Google Sans Text"/>
                      </a:endParaRPr>
                    </a:p>
                  </a:txBody>
                  <a:tcPr anchor="ctr">
                    <a:lnL>
                      <a:noFill/>
                    </a:lnL>
                    <a:lnR>
                      <a:noFill/>
                    </a:lnR>
                    <a:lnT>
                      <a:noFill/>
                    </a:lnT>
                    <a:lnB>
                      <a:noFill/>
                    </a:lnB>
                  </a:tcPr>
                </a:tc>
                <a:tc>
                  <a:txBody>
                    <a:bodyPr/>
                    <a:lstStyle/>
                    <a:p>
                      <a:pPr>
                        <a:buNone/>
                      </a:pPr>
                      <a:r>
                        <a:rPr lang="en-US" b="1" dirty="0">
                          <a:effectLst/>
                          <a:latin typeface="Google Sans Text"/>
                        </a:rPr>
                        <a:t>BREACH OF CONFIDENTIALITY AND PRIVACY</a:t>
                      </a:r>
                      <a:endParaRPr lang="en-US" dirty="0">
                        <a:effectLst/>
                        <a:latin typeface="Google Sans Text"/>
                      </a:endParaRPr>
                    </a:p>
                  </a:txBody>
                  <a:tcPr anchor="ctr">
                    <a:lnL>
                      <a:noFill/>
                    </a:lnL>
                    <a:lnR>
                      <a:noFill/>
                    </a:lnR>
                    <a:lnT>
                      <a:noFill/>
                    </a:lnT>
                    <a:lnB>
                      <a:noFill/>
                    </a:lnB>
                  </a:tcPr>
                </a:tc>
                <a:extLst>
                  <a:ext uri="{0D108BD9-81ED-4DB2-BD59-A6C34878D82A}">
                    <a16:rowId xmlns:a16="http://schemas.microsoft.com/office/drawing/2014/main" val="625377457"/>
                  </a:ext>
                </a:extLst>
              </a:tr>
              <a:tr h="620014">
                <a:tc>
                  <a:txBody>
                    <a:bodyPr/>
                    <a:lstStyle/>
                    <a:p>
                      <a:pPr>
                        <a:buNone/>
                      </a:pPr>
                      <a:r>
                        <a:rPr lang="en-IN" b="1">
                          <a:effectLst/>
                          <a:latin typeface="Google Sans Text"/>
                        </a:rPr>
                        <a:t>5.</a:t>
                      </a:r>
                      <a:endParaRPr lang="en-IN">
                        <a:effectLst/>
                        <a:latin typeface="Google Sans Text"/>
                      </a:endParaRPr>
                    </a:p>
                  </a:txBody>
                  <a:tcPr anchor="ctr">
                    <a:lnL>
                      <a:noFill/>
                    </a:lnL>
                    <a:lnR>
                      <a:noFill/>
                    </a:lnR>
                    <a:lnT>
                      <a:noFill/>
                    </a:lnT>
                    <a:lnB>
                      <a:noFill/>
                    </a:lnB>
                  </a:tcPr>
                </a:tc>
                <a:tc>
                  <a:txBody>
                    <a:bodyPr/>
                    <a:lstStyle/>
                    <a:p>
                      <a:pPr>
                        <a:buNone/>
                      </a:pPr>
                      <a:r>
                        <a:rPr lang="en-US" b="1">
                          <a:effectLst/>
                          <a:latin typeface="Google Sans Text"/>
                        </a:rPr>
                        <a:t>HOW THE NEW LAWS WORK WITH THE IT ACT</a:t>
                      </a:r>
                      <a:endParaRPr lang="en-US">
                        <a:effectLst/>
                        <a:latin typeface="Google Sans Text"/>
                      </a:endParaRPr>
                    </a:p>
                  </a:txBody>
                  <a:tcPr anchor="ctr">
                    <a:lnL>
                      <a:noFill/>
                    </a:lnL>
                    <a:lnR>
                      <a:noFill/>
                    </a:lnR>
                    <a:lnT>
                      <a:noFill/>
                    </a:lnT>
                    <a:lnB>
                      <a:noFill/>
                    </a:lnB>
                  </a:tcPr>
                </a:tc>
                <a:extLst>
                  <a:ext uri="{0D108BD9-81ED-4DB2-BD59-A6C34878D82A}">
                    <a16:rowId xmlns:a16="http://schemas.microsoft.com/office/drawing/2014/main" val="1884163929"/>
                  </a:ext>
                </a:extLst>
              </a:tr>
              <a:tr h="620014">
                <a:tc>
                  <a:txBody>
                    <a:bodyPr/>
                    <a:lstStyle/>
                    <a:p>
                      <a:pPr>
                        <a:buNone/>
                      </a:pPr>
                      <a:r>
                        <a:rPr lang="en-IN" b="1">
                          <a:effectLst/>
                          <a:latin typeface="Google Sans Text"/>
                        </a:rPr>
                        <a:t>6.</a:t>
                      </a:r>
                      <a:endParaRPr lang="en-IN">
                        <a:effectLst/>
                        <a:latin typeface="Google Sans Text"/>
                      </a:endParaRPr>
                    </a:p>
                  </a:txBody>
                  <a:tcPr anchor="ctr">
                    <a:lnL>
                      <a:noFill/>
                    </a:lnL>
                    <a:lnR>
                      <a:noFill/>
                    </a:lnR>
                    <a:lnT>
                      <a:noFill/>
                    </a:lnT>
                    <a:lnB>
                      <a:noFill/>
                    </a:lnB>
                  </a:tcPr>
                </a:tc>
                <a:tc>
                  <a:txBody>
                    <a:bodyPr/>
                    <a:lstStyle/>
                    <a:p>
                      <a:pPr>
                        <a:buNone/>
                      </a:pPr>
                      <a:r>
                        <a:rPr lang="en-US" b="1">
                          <a:effectLst/>
                          <a:latin typeface="Google Sans Text"/>
                        </a:rPr>
                        <a:t>RESOLVE: ADDRESSING BREACHES UNDER THE IT ACT</a:t>
                      </a:r>
                      <a:endParaRPr lang="en-US">
                        <a:effectLst/>
                        <a:latin typeface="Google Sans Text"/>
                      </a:endParaRPr>
                    </a:p>
                  </a:txBody>
                  <a:tcPr anchor="ctr">
                    <a:lnL>
                      <a:noFill/>
                    </a:lnL>
                    <a:lnR>
                      <a:noFill/>
                    </a:lnR>
                    <a:lnT>
                      <a:noFill/>
                    </a:lnT>
                    <a:lnB>
                      <a:noFill/>
                    </a:lnB>
                  </a:tcPr>
                </a:tc>
                <a:extLst>
                  <a:ext uri="{0D108BD9-81ED-4DB2-BD59-A6C34878D82A}">
                    <a16:rowId xmlns:a16="http://schemas.microsoft.com/office/drawing/2014/main" val="3247168950"/>
                  </a:ext>
                </a:extLst>
              </a:tr>
              <a:tr h="620014">
                <a:tc>
                  <a:txBody>
                    <a:bodyPr/>
                    <a:lstStyle/>
                    <a:p>
                      <a:pPr>
                        <a:buNone/>
                      </a:pPr>
                      <a:r>
                        <a:rPr lang="en-IN" b="1">
                          <a:effectLst/>
                          <a:latin typeface="Google Sans Text"/>
                        </a:rPr>
                        <a:t>7.</a:t>
                      </a:r>
                      <a:endParaRPr lang="en-IN">
                        <a:effectLst/>
                        <a:latin typeface="Google Sans Text"/>
                      </a:endParaRPr>
                    </a:p>
                  </a:txBody>
                  <a:tcPr anchor="ctr">
                    <a:lnL>
                      <a:noFill/>
                    </a:lnL>
                    <a:lnR>
                      <a:noFill/>
                    </a:lnR>
                    <a:lnT>
                      <a:noFill/>
                    </a:lnT>
                    <a:lnB>
                      <a:noFill/>
                    </a:lnB>
                  </a:tcPr>
                </a:tc>
                <a:tc>
                  <a:txBody>
                    <a:bodyPr/>
                    <a:lstStyle/>
                    <a:p>
                      <a:pPr>
                        <a:buNone/>
                      </a:pPr>
                      <a:r>
                        <a:rPr lang="en-IN" b="1" dirty="0">
                          <a:effectLst/>
                          <a:latin typeface="Google Sans Text"/>
                        </a:rPr>
                        <a:t>PREVENTIVE MEASURES</a:t>
                      </a:r>
                      <a:endParaRPr lang="en-IN" dirty="0">
                        <a:effectLst/>
                        <a:latin typeface="Google Sans Text"/>
                      </a:endParaRPr>
                    </a:p>
                  </a:txBody>
                  <a:tcPr anchor="ctr">
                    <a:lnL>
                      <a:noFill/>
                    </a:lnL>
                    <a:lnR>
                      <a:noFill/>
                    </a:lnR>
                    <a:lnT>
                      <a:noFill/>
                    </a:lnT>
                    <a:lnB>
                      <a:noFill/>
                    </a:lnB>
                  </a:tcPr>
                </a:tc>
                <a:extLst>
                  <a:ext uri="{0D108BD9-81ED-4DB2-BD59-A6C34878D82A}">
                    <a16:rowId xmlns:a16="http://schemas.microsoft.com/office/drawing/2014/main" val="2542413738"/>
                  </a:ext>
                </a:extLst>
              </a:tr>
            </a:tbl>
          </a:graphicData>
        </a:graphic>
      </p:graphicFrame>
    </p:spTree>
    <p:extLst>
      <p:ext uri="{BB962C8B-B14F-4D97-AF65-F5344CB8AC3E}">
        <p14:creationId xmlns:p14="http://schemas.microsoft.com/office/powerpoint/2010/main" val="5420594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8E4F0B-A6EB-861C-1C34-CAA9BDE47858}"/>
              </a:ext>
            </a:extLst>
          </p:cNvPr>
          <p:cNvSpPr>
            <a:spLocks noGrp="1"/>
          </p:cNvSpPr>
          <p:nvPr>
            <p:ph type="title"/>
          </p:nvPr>
        </p:nvSpPr>
        <p:spPr>
          <a:xfrm>
            <a:off x="451247" y="-77758"/>
            <a:ext cx="9625264" cy="393290"/>
          </a:xfrm>
        </p:spPr>
        <p:txBody>
          <a:bodyPr>
            <a:noAutofit/>
          </a:bodyPr>
          <a:lstStyle/>
          <a:p>
            <a:br>
              <a:rPr lang="en-GB" sz="3600" b="1" dirty="0"/>
            </a:br>
            <a:br>
              <a:rPr lang="en-GB" sz="3600" b="1" dirty="0"/>
            </a:br>
            <a:br>
              <a:rPr lang="en-GB" sz="3600" b="1" dirty="0"/>
            </a:br>
            <a:r>
              <a:rPr lang="en-US" sz="3600" b="1" dirty="0"/>
              <a:t>The Information Technology Act, 2000</a:t>
            </a:r>
            <a:br>
              <a:rPr lang="en-US" sz="3600" b="1" dirty="0"/>
            </a:br>
            <a:br>
              <a:rPr lang="en-GB" sz="3600" b="1" dirty="0"/>
            </a:br>
            <a:endParaRPr lang="en-US" sz="3600" b="1" dirty="0"/>
          </a:p>
        </p:txBody>
      </p:sp>
      <p:sp>
        <p:nvSpPr>
          <p:cNvPr id="3" name="Content Placeholder 2">
            <a:extLst>
              <a:ext uri="{FF2B5EF4-FFF2-40B4-BE49-F238E27FC236}">
                <a16:creationId xmlns:a16="http://schemas.microsoft.com/office/drawing/2014/main" id="{59F97739-E0DF-24F3-7886-013A799A52C3}"/>
              </a:ext>
            </a:extLst>
          </p:cNvPr>
          <p:cNvSpPr>
            <a:spLocks noGrp="1"/>
          </p:cNvSpPr>
          <p:nvPr>
            <p:ph sz="quarter" idx="10"/>
          </p:nvPr>
        </p:nvSpPr>
        <p:spPr>
          <a:xfrm>
            <a:off x="451247" y="888881"/>
            <a:ext cx="10587791" cy="5771574"/>
          </a:xfrm>
        </p:spPr>
        <p:txBody>
          <a:bodyPr>
            <a:noAutofit/>
          </a:bodyPr>
          <a:lstStyle/>
          <a:p>
            <a:pPr marL="0" indent="0">
              <a:buNone/>
            </a:pPr>
            <a:r>
              <a:rPr lang="en-US" sz="2200" b="1" dirty="0">
                <a:latin typeface="Google Sans Text"/>
                <a:ea typeface="Microsoft YaHei UI Light" panose="020B0502040204020203" pitchFamily="34" charset="-122"/>
                <a:cs typeface="Times New Roman" panose="02020603050405020304" pitchFamily="18" charset="0"/>
              </a:rPr>
              <a:t>The Information Technology Act, 2000 (IT Act) </a:t>
            </a:r>
            <a:r>
              <a:rPr lang="en-US" sz="2200" dirty="0">
                <a:latin typeface="Google Sans Text"/>
                <a:ea typeface="Microsoft YaHei UI Light" panose="020B0502040204020203" pitchFamily="34" charset="-122"/>
                <a:cs typeface="Times New Roman" panose="02020603050405020304" pitchFamily="18" charset="0"/>
              </a:rPr>
              <a:t>is the main law in India that deals with cybercrime, digital transactions, and electronic communication. It was introduced to provide a legal framework for the growing use of the internet and technology.</a:t>
            </a:r>
          </a:p>
          <a:p>
            <a:pPr marL="0" indent="0">
              <a:buNone/>
            </a:pPr>
            <a:r>
              <a:rPr lang="en-US" sz="2200" dirty="0">
                <a:latin typeface="Google Sans Text"/>
                <a:ea typeface="Microsoft YaHei UI Light" panose="020B0502040204020203" pitchFamily="34" charset="-122"/>
                <a:cs typeface="Times New Roman" panose="02020603050405020304" pitchFamily="18" charset="0"/>
              </a:rPr>
              <a:t>The Act was enacted on October 17, 2000, with the following objectives:</a:t>
            </a:r>
          </a:p>
          <a:p>
            <a:r>
              <a:rPr lang="en-US" sz="2200" dirty="0">
                <a:latin typeface="Google Sans Text"/>
                <a:ea typeface="Microsoft YaHei UI Light" panose="020B0502040204020203" pitchFamily="34" charset="-122"/>
                <a:cs typeface="Times New Roman" panose="02020603050405020304" pitchFamily="18" charset="0"/>
              </a:rPr>
              <a:t> To provide legal recognition for electronic transactions (e-commerce)</a:t>
            </a:r>
          </a:p>
          <a:p>
            <a:r>
              <a:rPr lang="en-US" sz="2200" dirty="0">
                <a:latin typeface="Google Sans Text"/>
                <a:ea typeface="Microsoft YaHei UI Light" panose="020B0502040204020203" pitchFamily="34" charset="-122"/>
                <a:cs typeface="Times New Roman" panose="02020603050405020304" pitchFamily="18" charset="0"/>
              </a:rPr>
              <a:t> To enable electronic filing of documents with government agencies</a:t>
            </a:r>
          </a:p>
          <a:p>
            <a:r>
              <a:rPr lang="en-US" sz="2200" dirty="0">
                <a:latin typeface="Google Sans Text"/>
                <a:ea typeface="Microsoft YaHei UI Light" panose="020B0502040204020203" pitchFamily="34" charset="-122"/>
                <a:cs typeface="Times New Roman" panose="02020603050405020304" pitchFamily="18" charset="0"/>
              </a:rPr>
              <a:t> To define cybercrimes and prescribe punishments</a:t>
            </a:r>
          </a:p>
          <a:p>
            <a:r>
              <a:rPr lang="en-US" sz="2200" dirty="0">
                <a:latin typeface="Google Sans Text"/>
                <a:ea typeface="Microsoft YaHei UI Light" panose="020B0502040204020203" pitchFamily="34" charset="-122"/>
                <a:cs typeface="Times New Roman" panose="02020603050405020304" pitchFamily="18" charset="0"/>
              </a:rPr>
              <a:t> To ensure secure digital communication and use of electronic signatures</a:t>
            </a:r>
          </a:p>
          <a:p>
            <a:pPr marL="0" indent="0">
              <a:buNone/>
            </a:pPr>
            <a:endParaRPr lang="en-US" sz="2200" dirty="0">
              <a:latin typeface="Google Sans Text"/>
              <a:ea typeface="Microsoft YaHei UI Light" panose="020B0502040204020203" pitchFamily="34" charset="-122"/>
              <a:cs typeface="Times New Roman" panose="02020603050405020304" pitchFamily="18" charset="0"/>
            </a:endParaRPr>
          </a:p>
          <a:p>
            <a:pPr marL="0" indent="0">
              <a:buNone/>
            </a:pPr>
            <a:r>
              <a:rPr lang="en-US" sz="2200" dirty="0">
                <a:latin typeface="Google Sans Text"/>
                <a:ea typeface="Microsoft YaHei UI Light" panose="020B0502040204020203" pitchFamily="34" charset="-122"/>
                <a:cs typeface="Times New Roman" panose="02020603050405020304" pitchFamily="18" charset="0"/>
              </a:rPr>
              <a:t>The Act was amended in 2008 to address issues like data protection, cyber terrorism, and intermediary liability.</a:t>
            </a:r>
          </a:p>
          <a:p>
            <a:pPr marL="0" indent="0">
              <a:buNone/>
            </a:pPr>
            <a:r>
              <a:rPr lang="en-US" sz="2200" dirty="0">
                <a:latin typeface="Google Sans Text"/>
                <a:ea typeface="Microsoft YaHei UI Light" panose="020B0502040204020203" pitchFamily="34" charset="-122"/>
                <a:cs typeface="Times New Roman" panose="02020603050405020304" pitchFamily="18" charset="0"/>
              </a:rPr>
              <a:t>It also amended laws like the Indian Penal Code, Indian Evidence Act, and RBI Act to support electronic transactions.</a:t>
            </a:r>
          </a:p>
          <a:p>
            <a:pPr marL="0" indent="0">
              <a:buNone/>
            </a:pPr>
            <a:r>
              <a:rPr lang="en-US" sz="1900" dirty="0">
                <a:latin typeface="Google Sans Text"/>
                <a:ea typeface="Microsoft YaHei UI Light" panose="020B0502040204020203" pitchFamily="34" charset="-122"/>
                <a:cs typeface="Times New Roman" panose="02020603050405020304" pitchFamily="18" charset="0"/>
              </a:rPr>
              <a:t>(Note: These laws are now replaced by Bharatiya Nyaya Sanhita, 2023 and Bharatiya </a:t>
            </a:r>
            <a:r>
              <a:rPr lang="en-US" sz="1900" dirty="0" err="1">
                <a:latin typeface="Google Sans Text"/>
                <a:ea typeface="Microsoft YaHei UI Light" panose="020B0502040204020203" pitchFamily="34" charset="-122"/>
                <a:cs typeface="Times New Roman" panose="02020603050405020304" pitchFamily="18" charset="0"/>
              </a:rPr>
              <a:t>Sakshya</a:t>
            </a:r>
            <a:r>
              <a:rPr lang="en-US" sz="1900" dirty="0">
                <a:latin typeface="Google Sans Text"/>
                <a:ea typeface="Microsoft YaHei UI Light" panose="020B0502040204020203" pitchFamily="34" charset="-122"/>
                <a:cs typeface="Times New Roman" panose="02020603050405020304" pitchFamily="18" charset="0"/>
              </a:rPr>
              <a:t> </a:t>
            </a:r>
            <a:r>
              <a:rPr lang="en-US" sz="1900" dirty="0" err="1">
                <a:latin typeface="Google Sans Text"/>
                <a:ea typeface="Microsoft YaHei UI Light" panose="020B0502040204020203" pitchFamily="34" charset="-122"/>
                <a:cs typeface="Times New Roman" panose="02020603050405020304" pitchFamily="18" charset="0"/>
              </a:rPr>
              <a:t>Adhiniyam</a:t>
            </a:r>
            <a:r>
              <a:rPr lang="en-US" sz="1900" dirty="0">
                <a:latin typeface="Google Sans Text"/>
                <a:ea typeface="Microsoft YaHei UI Light" panose="020B0502040204020203" pitchFamily="34" charset="-122"/>
                <a:cs typeface="Times New Roman" panose="02020603050405020304" pitchFamily="18" charset="0"/>
              </a:rPr>
              <a:t>, 2023.)</a:t>
            </a:r>
          </a:p>
          <a:p>
            <a:pPr marL="0" indent="0">
              <a:buNone/>
            </a:pPr>
            <a:endParaRPr lang="en-US" sz="2200" dirty="0">
              <a:latin typeface="Google Sans Text"/>
              <a:ea typeface="Microsoft YaHei UI Light" panose="020B0502040204020203" pitchFamily="34" charset="-122"/>
              <a:cs typeface="Times New Roman" panose="02020603050405020304" pitchFamily="18" charset="0"/>
            </a:endParaRPr>
          </a:p>
          <a:p>
            <a:pPr marL="0" indent="0">
              <a:buNone/>
            </a:pPr>
            <a:r>
              <a:rPr lang="en-US" sz="2200" dirty="0">
                <a:latin typeface="Google Sans Text"/>
                <a:ea typeface="Microsoft YaHei UI Light" panose="020B0502040204020203" pitchFamily="34" charset="-122"/>
                <a:cs typeface="Times New Roman" panose="02020603050405020304" pitchFamily="18" charset="0"/>
              </a:rPr>
              <a:t>---</a:t>
            </a:r>
          </a:p>
        </p:txBody>
      </p:sp>
      <p:sp>
        <p:nvSpPr>
          <p:cNvPr id="4" name="Slide Number Placeholder 3">
            <a:extLst>
              <a:ext uri="{FF2B5EF4-FFF2-40B4-BE49-F238E27FC236}">
                <a16:creationId xmlns:a16="http://schemas.microsoft.com/office/drawing/2014/main" id="{6FE0D061-7327-A55C-AF6A-A95C24DD8B72}"/>
              </a:ext>
            </a:extLst>
          </p:cNvPr>
          <p:cNvSpPr>
            <a:spLocks noGrp="1"/>
          </p:cNvSpPr>
          <p:nvPr>
            <p:ph type="sldNum" sz="quarter" idx="4"/>
          </p:nvPr>
        </p:nvSpPr>
        <p:spPr/>
        <p:txBody>
          <a:bodyPr/>
          <a:lstStyle/>
          <a:p>
            <a:fld id="{B5CEABB6-07DC-46E8-9B57-56EC44A396E5}" type="slidenum">
              <a:rPr lang="en-US" smtClean="0"/>
              <a:pPr/>
              <a:t>3</a:t>
            </a:fld>
            <a:endParaRPr lang="en-US" dirty="0"/>
          </a:p>
        </p:txBody>
      </p:sp>
    </p:spTree>
    <p:extLst>
      <p:ext uri="{BB962C8B-B14F-4D97-AF65-F5344CB8AC3E}">
        <p14:creationId xmlns:p14="http://schemas.microsoft.com/office/powerpoint/2010/main" val="4120006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79D2E9-1C07-99D0-B87C-2A4AFACFD8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8E8100-F5C6-3749-2A31-4F342C5E8D4D}"/>
              </a:ext>
            </a:extLst>
          </p:cNvPr>
          <p:cNvSpPr>
            <a:spLocks noGrp="1"/>
          </p:cNvSpPr>
          <p:nvPr>
            <p:ph type="title"/>
          </p:nvPr>
        </p:nvSpPr>
        <p:spPr>
          <a:xfrm>
            <a:off x="914399" y="118766"/>
            <a:ext cx="10363201" cy="723445"/>
          </a:xfrm>
        </p:spPr>
        <p:txBody>
          <a:bodyPr/>
          <a:lstStyle/>
          <a:p>
            <a:r>
              <a:rPr lang="en-IN" b="1" dirty="0"/>
              <a:t>IMPORTANT SECTIONS - CONFIDENTIALITY</a:t>
            </a:r>
            <a:endParaRPr lang="en-US" b="1" dirty="0"/>
          </a:p>
        </p:txBody>
      </p:sp>
      <p:sp>
        <p:nvSpPr>
          <p:cNvPr id="3" name="Content Placeholder 2">
            <a:extLst>
              <a:ext uri="{FF2B5EF4-FFF2-40B4-BE49-F238E27FC236}">
                <a16:creationId xmlns:a16="http://schemas.microsoft.com/office/drawing/2014/main" id="{BD2955B8-24FE-0456-E0BE-A87E5F4DF8B4}"/>
              </a:ext>
            </a:extLst>
          </p:cNvPr>
          <p:cNvSpPr>
            <a:spLocks noGrp="1"/>
          </p:cNvSpPr>
          <p:nvPr>
            <p:ph sz="quarter" idx="10"/>
          </p:nvPr>
        </p:nvSpPr>
        <p:spPr>
          <a:xfrm>
            <a:off x="432618" y="1017601"/>
            <a:ext cx="10619875" cy="5053263"/>
          </a:xfrm>
        </p:spPr>
        <p:txBody>
          <a:bodyPr>
            <a:noAutofit/>
          </a:bodyPr>
          <a:lstStyle/>
          <a:p>
            <a:pPr marL="0" indent="0">
              <a:buNone/>
            </a:pPr>
            <a:r>
              <a:rPr lang="en-US" sz="2200" b="1" dirty="0">
                <a:latin typeface="Google Sans Text"/>
              </a:rPr>
              <a:t>Section 72 : Breach of Confidentiality</a:t>
            </a:r>
          </a:p>
          <a:p>
            <a:pPr marL="0" indent="0">
              <a:buNone/>
            </a:pPr>
            <a:r>
              <a:rPr lang="en-US" sz="2200" dirty="0">
                <a:latin typeface="Google Sans Text"/>
              </a:rPr>
              <a:t>This section deals with situations where a person (such as a company employee, call center agent, or government official) has access to someone’s personal electronic records and discloses them without permission. Such an act is punishable with imprisonment of up to 2 years, or a fine up to ₹1 lakh, or both. It is a key provision for protecting privacy under the IT Act.</a:t>
            </a:r>
          </a:p>
          <a:p>
            <a:pPr marL="0" indent="0">
              <a:buNone/>
            </a:pPr>
            <a:endParaRPr lang="en-US" sz="2200" dirty="0">
              <a:latin typeface="Google Sans Text"/>
            </a:endParaRPr>
          </a:p>
          <a:p>
            <a:pPr marL="0" indent="0">
              <a:buNone/>
            </a:pPr>
            <a:r>
              <a:rPr lang="en-US" sz="2200" b="1" dirty="0">
                <a:latin typeface="Google Sans Text"/>
              </a:rPr>
              <a:t>Section 72A : Disclosure of Information in Breach of Lawful Contract</a:t>
            </a:r>
          </a:p>
          <a:p>
            <a:pPr marL="0" indent="0">
              <a:buNone/>
            </a:pPr>
            <a:r>
              <a:rPr lang="en-US" sz="2200" dirty="0">
                <a:latin typeface="Google Sans Text"/>
              </a:rPr>
              <a:t>This section applies to a wider group, including intermediaries like internet service providers, cloud platforms, and company employees. If they access personal information through a lawful contract and disclose it without consent or in violation of that contract, they can be punished with imprisonment of up to 3 years, or a fine up to ₹5 lakh, or both.</a:t>
            </a:r>
          </a:p>
        </p:txBody>
      </p:sp>
      <p:sp>
        <p:nvSpPr>
          <p:cNvPr id="5" name="Slide Number Placeholder 4">
            <a:extLst>
              <a:ext uri="{FF2B5EF4-FFF2-40B4-BE49-F238E27FC236}">
                <a16:creationId xmlns:a16="http://schemas.microsoft.com/office/drawing/2014/main" id="{59858198-CC34-115A-1FC6-3C34661B9123}"/>
              </a:ext>
            </a:extLst>
          </p:cNvPr>
          <p:cNvSpPr>
            <a:spLocks noGrp="1"/>
          </p:cNvSpPr>
          <p:nvPr>
            <p:ph type="sldNum" sz="quarter" idx="4"/>
          </p:nvPr>
        </p:nvSpPr>
        <p:spPr>
          <a:xfrm>
            <a:off x="914400" y="6246254"/>
            <a:ext cx="631065" cy="296214"/>
          </a:xfrm>
        </p:spPr>
        <p:txBody>
          <a:bodyPr/>
          <a:lstStyle/>
          <a:p>
            <a:fld id="{B5CEABB6-07DC-46E8-9B57-56EC44A396E5}" type="slidenum">
              <a:rPr lang="en-US" smtClean="0"/>
              <a:pPr/>
              <a:t>4</a:t>
            </a:fld>
            <a:endParaRPr lang="en-US" dirty="0"/>
          </a:p>
        </p:txBody>
      </p:sp>
    </p:spTree>
    <p:extLst>
      <p:ext uri="{BB962C8B-B14F-4D97-AF65-F5344CB8AC3E}">
        <p14:creationId xmlns:p14="http://schemas.microsoft.com/office/powerpoint/2010/main" val="17636371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92D586-3F7C-3202-E4F4-1F65B9A7D428}"/>
              </a:ext>
            </a:extLst>
          </p:cNvPr>
          <p:cNvSpPr>
            <a:spLocks noGrp="1"/>
          </p:cNvSpPr>
          <p:nvPr>
            <p:ph type="title"/>
          </p:nvPr>
        </p:nvSpPr>
        <p:spPr>
          <a:xfrm>
            <a:off x="1171073" y="123848"/>
            <a:ext cx="10363201" cy="723445"/>
          </a:xfrm>
        </p:spPr>
        <p:txBody>
          <a:bodyPr/>
          <a:lstStyle/>
          <a:p>
            <a:r>
              <a:rPr lang="en-IN" b="1" dirty="0"/>
              <a:t>IMPORTANT SECTIONS - PRIVACY</a:t>
            </a:r>
            <a:endParaRPr lang="en-US" b="1" dirty="0"/>
          </a:p>
        </p:txBody>
      </p:sp>
      <p:sp>
        <p:nvSpPr>
          <p:cNvPr id="3" name="Content Placeholder 2">
            <a:extLst>
              <a:ext uri="{FF2B5EF4-FFF2-40B4-BE49-F238E27FC236}">
                <a16:creationId xmlns:a16="http://schemas.microsoft.com/office/drawing/2014/main" id="{375DADF2-8E4D-6C0E-0FA2-C5228AF29C1D}"/>
              </a:ext>
            </a:extLst>
          </p:cNvPr>
          <p:cNvSpPr>
            <a:spLocks noGrp="1"/>
          </p:cNvSpPr>
          <p:nvPr>
            <p:ph sz="quarter" idx="10"/>
          </p:nvPr>
        </p:nvSpPr>
        <p:spPr>
          <a:xfrm>
            <a:off x="481780" y="1020142"/>
            <a:ext cx="10619875" cy="5053263"/>
          </a:xfrm>
        </p:spPr>
        <p:txBody>
          <a:bodyPr>
            <a:noAutofit/>
          </a:bodyPr>
          <a:lstStyle/>
          <a:p>
            <a:pPr marL="0" indent="0">
              <a:buNone/>
            </a:pPr>
            <a:r>
              <a:rPr lang="en-US" sz="2200" b="1" dirty="0">
                <a:latin typeface="Google Sans Text"/>
              </a:rPr>
              <a:t>Section 66 :  Hacking / Data Theft</a:t>
            </a:r>
          </a:p>
          <a:p>
            <a:pPr marL="0" indent="0">
              <a:buNone/>
            </a:pPr>
            <a:r>
              <a:rPr lang="en-US" sz="2200" dirty="0">
                <a:latin typeface="Google Sans Text"/>
              </a:rPr>
              <a:t>This section deals with unauthorized access to someone’s computer, email, or mobile device with the intention of stealing or damaging data. If a person hacks into a system without permission, they can be punished with imprisonment of up to 3 years, or a fine up to ₹5 lakh, or both.</a:t>
            </a:r>
          </a:p>
          <a:p>
            <a:pPr marL="0" indent="0">
              <a:buNone/>
            </a:pPr>
            <a:r>
              <a:rPr lang="en-US" sz="2200" b="1" dirty="0">
                <a:latin typeface="Google Sans Text"/>
              </a:rPr>
              <a:t>Section 66A : Offensive Messages</a:t>
            </a:r>
          </a:p>
          <a:p>
            <a:pPr marL="0" indent="0">
              <a:buNone/>
            </a:pPr>
            <a:r>
              <a:rPr lang="en-US" sz="2200" dirty="0">
                <a:latin typeface="Google Sans Text"/>
              </a:rPr>
              <a:t>This section was originally introduced to punish sending offensive or annoying messages through electronic communication. However, in 2015, the Supreme Court struck down this section because it was misused to arrest individuals for simple criticism, opinions, or jokes online.</a:t>
            </a:r>
          </a:p>
          <a:p>
            <a:pPr marL="0" indent="0">
              <a:buNone/>
            </a:pPr>
            <a:r>
              <a:rPr lang="en-US" sz="2200" b="1" dirty="0">
                <a:latin typeface="Google Sans Text"/>
              </a:rPr>
              <a:t>Section 66C : Identity Theft</a:t>
            </a:r>
          </a:p>
          <a:p>
            <a:pPr marL="0" indent="0">
              <a:buNone/>
            </a:pPr>
            <a:r>
              <a:rPr lang="en-US" sz="2200" dirty="0">
                <a:latin typeface="Google Sans Text"/>
              </a:rPr>
              <a:t>This section deals with fraudulent use of another person’s password, electronic signature, or any unique identification (such as Aadhaar). Such acts are considered identity theft and are punishable with imprisonment of up to 3 years and a fine up to ₹1 lakh.</a:t>
            </a:r>
          </a:p>
          <a:p>
            <a:pPr marL="0" indent="0">
              <a:buNone/>
            </a:pPr>
            <a:endParaRPr lang="en-US" sz="2200" dirty="0">
              <a:latin typeface="Google Sans Text"/>
            </a:endParaRPr>
          </a:p>
        </p:txBody>
      </p:sp>
      <p:sp>
        <p:nvSpPr>
          <p:cNvPr id="5" name="Slide Number Placeholder 4">
            <a:extLst>
              <a:ext uri="{FF2B5EF4-FFF2-40B4-BE49-F238E27FC236}">
                <a16:creationId xmlns:a16="http://schemas.microsoft.com/office/drawing/2014/main" id="{FD4FFC83-A1E8-FCEA-2C47-38C5ADAEA1CA}"/>
              </a:ext>
            </a:extLst>
          </p:cNvPr>
          <p:cNvSpPr>
            <a:spLocks noGrp="1"/>
          </p:cNvSpPr>
          <p:nvPr>
            <p:ph type="sldNum" sz="quarter" idx="4"/>
          </p:nvPr>
        </p:nvSpPr>
        <p:spPr>
          <a:xfrm>
            <a:off x="914400" y="6246254"/>
            <a:ext cx="631065" cy="296214"/>
          </a:xfrm>
        </p:spPr>
        <p:txBody>
          <a:bodyPr/>
          <a:lstStyle/>
          <a:p>
            <a:fld id="{B5CEABB6-07DC-46E8-9B57-56EC44A396E5}" type="slidenum">
              <a:rPr lang="en-US" smtClean="0"/>
              <a:pPr/>
              <a:t>5</a:t>
            </a:fld>
            <a:endParaRPr lang="en-US" dirty="0"/>
          </a:p>
        </p:txBody>
      </p:sp>
    </p:spTree>
    <p:extLst>
      <p:ext uri="{BB962C8B-B14F-4D97-AF65-F5344CB8AC3E}">
        <p14:creationId xmlns:p14="http://schemas.microsoft.com/office/powerpoint/2010/main" val="4304034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310420-818C-0FBB-2999-E85DC1AA939A}"/>
              </a:ext>
            </a:extLst>
          </p:cNvPr>
          <p:cNvSpPr>
            <a:spLocks noGrp="1"/>
          </p:cNvSpPr>
          <p:nvPr>
            <p:ph type="title"/>
          </p:nvPr>
        </p:nvSpPr>
        <p:spPr>
          <a:xfrm>
            <a:off x="914399" y="365125"/>
            <a:ext cx="9336506" cy="549275"/>
          </a:xfrm>
        </p:spPr>
        <p:txBody>
          <a:bodyPr>
            <a:normAutofit fontScale="90000"/>
          </a:bodyPr>
          <a:lstStyle/>
          <a:p>
            <a:r>
              <a:rPr lang="en-US" b="1" dirty="0"/>
              <a:t>Breach of Confidentiality and Privacy</a:t>
            </a:r>
            <a:br>
              <a:rPr lang="en-US" b="1" dirty="0"/>
            </a:br>
            <a:endParaRPr lang="en-IN" dirty="0"/>
          </a:p>
        </p:txBody>
      </p:sp>
      <p:sp>
        <p:nvSpPr>
          <p:cNvPr id="3" name="Content Placeholder 2">
            <a:extLst>
              <a:ext uri="{FF2B5EF4-FFF2-40B4-BE49-F238E27FC236}">
                <a16:creationId xmlns:a16="http://schemas.microsoft.com/office/drawing/2014/main" id="{819C9664-F614-693B-A067-8B64BC3D92CE}"/>
              </a:ext>
            </a:extLst>
          </p:cNvPr>
          <p:cNvSpPr>
            <a:spLocks noGrp="1"/>
          </p:cNvSpPr>
          <p:nvPr>
            <p:ph sz="quarter" idx="10"/>
          </p:nvPr>
        </p:nvSpPr>
        <p:spPr>
          <a:xfrm>
            <a:off x="625640" y="792163"/>
            <a:ext cx="11325728" cy="5284172"/>
          </a:xfrm>
        </p:spPr>
        <p:txBody>
          <a:bodyPr>
            <a:noAutofit/>
          </a:bodyPr>
          <a:lstStyle/>
          <a:p>
            <a:pPr marL="0" indent="0">
              <a:spcAft>
                <a:spcPts val="50"/>
              </a:spcAft>
              <a:buNone/>
            </a:pPr>
            <a:r>
              <a:rPr lang="en-US" sz="2400" dirty="0">
                <a:latin typeface="Google Sans Text"/>
              </a:rPr>
              <a:t>A breach of confidentiality and privacy occurs when personal or sensitive information is accessed, disclosed, or used without the consent of the concerned individual. Such breaches may be intentional or accidental, but both can lead to legal consequences.</a:t>
            </a:r>
          </a:p>
          <a:p>
            <a:pPr marL="0" indent="0">
              <a:spcAft>
                <a:spcPts val="50"/>
              </a:spcAft>
              <a:buNone/>
            </a:pPr>
            <a:endParaRPr lang="en-US" sz="2400" dirty="0">
              <a:latin typeface="Google Sans Text"/>
            </a:endParaRPr>
          </a:p>
          <a:p>
            <a:pPr marL="0" indent="0">
              <a:spcAft>
                <a:spcPts val="50"/>
              </a:spcAft>
              <a:buNone/>
            </a:pPr>
            <a:r>
              <a:rPr lang="en-US" sz="2400" dirty="0">
                <a:latin typeface="Google Sans Text"/>
              </a:rPr>
              <a:t>A breach can occur in several ways. It may involve unauthorized disclosure, where confidential information is shared without permission. It can also result from negligence, where proper security practices are not followed, leading to data leaks. In some cases, even authorized persons such as employees, contractors, or government officials may misuse their access and disclose information improperly.</a:t>
            </a:r>
          </a:p>
          <a:p>
            <a:pPr marL="0" indent="0">
              <a:spcAft>
                <a:spcPts val="50"/>
              </a:spcAft>
              <a:buNone/>
            </a:pPr>
            <a:endParaRPr lang="en-US" sz="2400" dirty="0">
              <a:latin typeface="Google Sans Text"/>
            </a:endParaRPr>
          </a:p>
          <a:p>
            <a:pPr marL="0" indent="0">
              <a:spcAft>
                <a:spcPts val="50"/>
              </a:spcAft>
              <a:buNone/>
            </a:pPr>
            <a:r>
              <a:rPr lang="en-US" sz="2400" dirty="0">
                <a:latin typeface="Google Sans Text"/>
              </a:rPr>
              <a:t>Examples of such breaches include a call center employee sharing customer bank details with third parties, an IT professional leaking confidential emails or files, a service provider revealing login credentials without permission, or a government officer sharing personal documents obtained during official duties.</a:t>
            </a:r>
          </a:p>
          <a:p>
            <a:pPr marL="0" indent="0">
              <a:spcAft>
                <a:spcPts val="50"/>
              </a:spcAft>
              <a:buNone/>
            </a:pPr>
            <a:endParaRPr lang="en-US" sz="2400" dirty="0">
              <a:latin typeface="Google Sans Text"/>
            </a:endParaRPr>
          </a:p>
          <a:p>
            <a:pPr marL="0" indent="0">
              <a:spcAft>
                <a:spcPts val="50"/>
              </a:spcAft>
              <a:buNone/>
            </a:pPr>
            <a:r>
              <a:rPr lang="en-US" sz="2400" dirty="0">
                <a:latin typeface="Google Sans Text"/>
              </a:rPr>
              <a:t>Punishment under Section 72:</a:t>
            </a:r>
          </a:p>
          <a:p>
            <a:pPr marL="0" indent="0">
              <a:spcAft>
                <a:spcPts val="50"/>
              </a:spcAft>
              <a:buNone/>
            </a:pPr>
            <a:r>
              <a:rPr lang="en-US" sz="2400" dirty="0">
                <a:latin typeface="Google Sans Text"/>
              </a:rPr>
              <a:t>The law provides for imprisonment of up to 2 years, or a fine up to ₹1 lakh, or both.</a:t>
            </a:r>
          </a:p>
          <a:p>
            <a:pPr marL="0" indent="0">
              <a:spcAft>
                <a:spcPts val="50"/>
              </a:spcAft>
              <a:buNone/>
            </a:pPr>
            <a:endParaRPr lang="en-US" sz="2400" dirty="0">
              <a:latin typeface="Google Sans Text"/>
            </a:endParaRPr>
          </a:p>
        </p:txBody>
      </p:sp>
      <p:sp>
        <p:nvSpPr>
          <p:cNvPr id="4" name="Slide Number Placeholder 3">
            <a:extLst>
              <a:ext uri="{FF2B5EF4-FFF2-40B4-BE49-F238E27FC236}">
                <a16:creationId xmlns:a16="http://schemas.microsoft.com/office/drawing/2014/main" id="{C5DE83F4-225D-5011-A7BC-45D1F6D77DCD}"/>
              </a:ext>
            </a:extLst>
          </p:cNvPr>
          <p:cNvSpPr>
            <a:spLocks noGrp="1"/>
          </p:cNvSpPr>
          <p:nvPr>
            <p:ph type="sldNum" sz="quarter" idx="4"/>
          </p:nvPr>
        </p:nvSpPr>
        <p:spPr/>
        <p:txBody>
          <a:bodyPr/>
          <a:lstStyle/>
          <a:p>
            <a:fld id="{B5CEABB6-07DC-46E8-9B57-56EC44A396E5}" type="slidenum">
              <a:rPr lang="en-US" smtClean="0"/>
              <a:pPr/>
              <a:t>6</a:t>
            </a:fld>
            <a:endParaRPr lang="en-US" dirty="0"/>
          </a:p>
        </p:txBody>
      </p:sp>
    </p:spTree>
    <p:extLst>
      <p:ext uri="{BB962C8B-B14F-4D97-AF65-F5344CB8AC3E}">
        <p14:creationId xmlns:p14="http://schemas.microsoft.com/office/powerpoint/2010/main" val="3450813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C2CA47-E469-2651-4643-B0B7CD628C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DE0AD3-03EF-FE70-F3EF-2CDA240643AD}"/>
              </a:ext>
            </a:extLst>
          </p:cNvPr>
          <p:cNvSpPr>
            <a:spLocks noGrp="1"/>
          </p:cNvSpPr>
          <p:nvPr>
            <p:ph type="title"/>
          </p:nvPr>
        </p:nvSpPr>
        <p:spPr>
          <a:xfrm>
            <a:off x="914400" y="315532"/>
            <a:ext cx="9336506" cy="549275"/>
          </a:xfrm>
        </p:spPr>
        <p:txBody>
          <a:bodyPr>
            <a:normAutofit fontScale="90000"/>
          </a:bodyPr>
          <a:lstStyle/>
          <a:p>
            <a:r>
              <a:rPr lang="en-US" b="1" dirty="0"/>
              <a:t>Resolve: Addressing Breaches under the IT Act</a:t>
            </a:r>
          </a:p>
        </p:txBody>
      </p:sp>
      <p:sp>
        <p:nvSpPr>
          <p:cNvPr id="3" name="Content Placeholder 2">
            <a:extLst>
              <a:ext uri="{FF2B5EF4-FFF2-40B4-BE49-F238E27FC236}">
                <a16:creationId xmlns:a16="http://schemas.microsoft.com/office/drawing/2014/main" id="{B9536269-B8E9-F2D0-BDAA-E5CE36CEE3DA}"/>
              </a:ext>
            </a:extLst>
          </p:cNvPr>
          <p:cNvSpPr>
            <a:spLocks noGrp="1"/>
          </p:cNvSpPr>
          <p:nvPr>
            <p:ph sz="quarter" idx="10"/>
          </p:nvPr>
        </p:nvSpPr>
        <p:spPr>
          <a:xfrm>
            <a:off x="511795" y="1256965"/>
            <a:ext cx="11325728" cy="5284172"/>
          </a:xfrm>
        </p:spPr>
        <p:txBody>
          <a:bodyPr>
            <a:noAutofit/>
          </a:bodyPr>
          <a:lstStyle/>
          <a:p>
            <a:pPr marL="0" indent="0">
              <a:spcAft>
                <a:spcPts val="50"/>
              </a:spcAft>
              <a:buNone/>
            </a:pPr>
            <a:r>
              <a:rPr lang="en-US" sz="2200" b="1" dirty="0">
                <a:latin typeface="Google Sans Text"/>
              </a:rPr>
              <a:t>1. Adjudication &amp; Appeals (Civil Cases)</a:t>
            </a:r>
          </a:p>
          <a:p>
            <a:pPr marL="0" indent="0">
              <a:spcAft>
                <a:spcPts val="50"/>
              </a:spcAft>
              <a:buNone/>
            </a:pPr>
            <a:endParaRPr lang="en-US" sz="2200" dirty="0">
              <a:latin typeface="Google Sans Text"/>
            </a:endParaRPr>
          </a:p>
          <a:p>
            <a:pPr marL="0" indent="0">
              <a:spcAft>
                <a:spcPts val="50"/>
              </a:spcAft>
              <a:buNone/>
            </a:pPr>
            <a:r>
              <a:rPr lang="en-US" sz="2200" dirty="0">
                <a:latin typeface="Google Sans Text"/>
              </a:rPr>
              <a:t>In civil matters under the IT Act, complaints are first filed before the Adjudicating Officer, who is usually the State IT Secretary. This officer can award compensation up to ₹5 crore. If a person is not satisfied with the decision, they can appeal to the Telecom Disputes Settlement and Appellate Tribunal (TDSAT) within 45 days. Further appeal can be made to the High Court within 60 days.</a:t>
            </a:r>
          </a:p>
          <a:p>
            <a:pPr marL="0" indent="0">
              <a:spcAft>
                <a:spcPts val="50"/>
              </a:spcAft>
              <a:buNone/>
            </a:pPr>
            <a:endParaRPr lang="en-US" sz="2200" b="1" dirty="0">
              <a:latin typeface="Google Sans Text"/>
            </a:endParaRPr>
          </a:p>
          <a:p>
            <a:pPr marL="0" indent="0">
              <a:spcAft>
                <a:spcPts val="50"/>
              </a:spcAft>
              <a:buNone/>
            </a:pPr>
            <a:r>
              <a:rPr lang="en-US" sz="2200" b="1" dirty="0">
                <a:latin typeface="Google Sans Text"/>
              </a:rPr>
              <a:t>2. Intermediary Grievance Mechanism</a:t>
            </a:r>
          </a:p>
          <a:p>
            <a:pPr marL="0" indent="0">
              <a:spcAft>
                <a:spcPts val="50"/>
              </a:spcAft>
              <a:buNone/>
            </a:pPr>
            <a:endParaRPr lang="en-US" sz="2200" dirty="0">
              <a:latin typeface="Google Sans Text"/>
            </a:endParaRPr>
          </a:p>
          <a:p>
            <a:pPr marL="0" indent="0">
              <a:spcAft>
                <a:spcPts val="50"/>
              </a:spcAft>
              <a:buNone/>
            </a:pPr>
            <a:r>
              <a:rPr lang="en-US" sz="2200" dirty="0">
                <a:latin typeface="Google Sans Text"/>
              </a:rPr>
              <a:t>When a complaint involves online platforms (like social media or service providers), it should first be filed with the platform’s Grievance Officer. The officer must acknowledge the complaint within 24 hours and resolve it within 15 days. If the user is still not satisfied, they can appeal to the Grievance Appellate Committee (GAC), which gives a decision within 30 days.</a:t>
            </a:r>
          </a:p>
          <a:p>
            <a:pPr marL="0" indent="0">
              <a:spcAft>
                <a:spcPts val="50"/>
              </a:spcAft>
              <a:buNone/>
            </a:pPr>
            <a:endParaRPr lang="en-US" sz="2200" dirty="0">
              <a:latin typeface="Google Sans Text"/>
            </a:endParaRPr>
          </a:p>
        </p:txBody>
      </p:sp>
      <p:sp>
        <p:nvSpPr>
          <p:cNvPr id="4" name="Slide Number Placeholder 3">
            <a:extLst>
              <a:ext uri="{FF2B5EF4-FFF2-40B4-BE49-F238E27FC236}">
                <a16:creationId xmlns:a16="http://schemas.microsoft.com/office/drawing/2014/main" id="{850B2360-8923-A123-C3AC-7EF91AF724F0}"/>
              </a:ext>
            </a:extLst>
          </p:cNvPr>
          <p:cNvSpPr>
            <a:spLocks noGrp="1"/>
          </p:cNvSpPr>
          <p:nvPr>
            <p:ph type="sldNum" sz="quarter" idx="4"/>
          </p:nvPr>
        </p:nvSpPr>
        <p:spPr/>
        <p:txBody>
          <a:bodyPr/>
          <a:lstStyle/>
          <a:p>
            <a:fld id="{B5CEABB6-07DC-46E8-9B57-56EC44A396E5}" type="slidenum">
              <a:rPr lang="en-US" smtClean="0"/>
              <a:pPr/>
              <a:t>7</a:t>
            </a:fld>
            <a:endParaRPr lang="en-US" dirty="0"/>
          </a:p>
        </p:txBody>
      </p:sp>
    </p:spTree>
    <p:extLst>
      <p:ext uri="{BB962C8B-B14F-4D97-AF65-F5344CB8AC3E}">
        <p14:creationId xmlns:p14="http://schemas.microsoft.com/office/powerpoint/2010/main" val="40195882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DDDEE1-5594-125C-29E8-8959ECF507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F6BC6C-9D10-0A2C-40BA-DBAFCA9780C9}"/>
              </a:ext>
            </a:extLst>
          </p:cNvPr>
          <p:cNvSpPr>
            <a:spLocks noGrp="1"/>
          </p:cNvSpPr>
          <p:nvPr>
            <p:ph type="title"/>
          </p:nvPr>
        </p:nvSpPr>
        <p:spPr>
          <a:xfrm>
            <a:off x="914400" y="408232"/>
            <a:ext cx="9336506" cy="549275"/>
          </a:xfrm>
        </p:spPr>
        <p:txBody>
          <a:bodyPr>
            <a:normAutofit fontScale="90000"/>
          </a:bodyPr>
          <a:lstStyle/>
          <a:p>
            <a:r>
              <a:rPr lang="en-US" b="1" dirty="0"/>
              <a:t>Resolve: Addressing Breaches under the IT Act</a:t>
            </a:r>
          </a:p>
        </p:txBody>
      </p:sp>
      <p:sp>
        <p:nvSpPr>
          <p:cNvPr id="3" name="Content Placeholder 2">
            <a:extLst>
              <a:ext uri="{FF2B5EF4-FFF2-40B4-BE49-F238E27FC236}">
                <a16:creationId xmlns:a16="http://schemas.microsoft.com/office/drawing/2014/main" id="{580D8E72-83D3-0A1A-19B5-61E2B5FEDB18}"/>
              </a:ext>
            </a:extLst>
          </p:cNvPr>
          <p:cNvSpPr>
            <a:spLocks noGrp="1"/>
          </p:cNvSpPr>
          <p:nvPr>
            <p:ph sz="quarter" idx="10"/>
          </p:nvPr>
        </p:nvSpPr>
        <p:spPr>
          <a:xfrm>
            <a:off x="433136" y="970583"/>
            <a:ext cx="11325728" cy="5284172"/>
          </a:xfrm>
        </p:spPr>
        <p:txBody>
          <a:bodyPr>
            <a:noAutofit/>
          </a:bodyPr>
          <a:lstStyle/>
          <a:p>
            <a:pPr marL="0" indent="0">
              <a:spcAft>
                <a:spcPts val="50"/>
              </a:spcAft>
              <a:buNone/>
            </a:pPr>
            <a:endParaRPr lang="en-US" sz="2200" dirty="0">
              <a:latin typeface="Google Sans Text"/>
            </a:endParaRPr>
          </a:p>
          <a:p>
            <a:pPr marL="0" indent="0">
              <a:spcAft>
                <a:spcPts val="50"/>
              </a:spcAft>
              <a:buNone/>
            </a:pPr>
            <a:r>
              <a:rPr lang="en-US" sz="2200" b="1" dirty="0">
                <a:latin typeface="Google Sans Text"/>
              </a:rPr>
              <a:t>3. Criminal &amp; Civil Remedies</a:t>
            </a:r>
          </a:p>
          <a:p>
            <a:pPr marL="0" indent="0">
              <a:spcAft>
                <a:spcPts val="50"/>
              </a:spcAft>
              <a:buNone/>
            </a:pPr>
            <a:endParaRPr lang="en-US" sz="2200" dirty="0">
              <a:latin typeface="Google Sans Text"/>
            </a:endParaRPr>
          </a:p>
          <a:p>
            <a:pPr marL="0" indent="0">
              <a:spcAft>
                <a:spcPts val="50"/>
              </a:spcAft>
              <a:buNone/>
            </a:pPr>
            <a:r>
              <a:rPr lang="en-US" sz="2200" dirty="0">
                <a:latin typeface="Google Sans Text"/>
              </a:rPr>
              <a:t>In case of cyber offences, a person can file an FIR at the Cyber Cell. Relevant sections include Section 72 for breach of confidentiality and Section 66 for hacking. The punishment generally includes imprisonment of 2 to 3 years along with fines.</a:t>
            </a:r>
          </a:p>
          <a:p>
            <a:pPr marL="0" indent="0">
              <a:spcAft>
                <a:spcPts val="50"/>
              </a:spcAft>
              <a:buNone/>
            </a:pPr>
            <a:r>
              <a:rPr lang="en-US" sz="2200" dirty="0">
                <a:latin typeface="Google Sans Text"/>
              </a:rPr>
              <a:t>For civil cases, Section 43A allows individuals to claim compensation from companies if they fail to protect sensitive personal data. In cases of banking fraud, complaints can also be filed with the RBI Ombudsman for compensation up to ₹20 lakh.</a:t>
            </a:r>
          </a:p>
          <a:p>
            <a:pPr marL="0" indent="0">
              <a:spcAft>
                <a:spcPts val="50"/>
              </a:spcAft>
              <a:buNone/>
            </a:pPr>
            <a:endParaRPr lang="en-US" sz="2200" dirty="0">
              <a:latin typeface="Google Sans Text"/>
            </a:endParaRPr>
          </a:p>
          <a:p>
            <a:pPr marL="0" indent="0">
              <a:spcAft>
                <a:spcPts val="50"/>
              </a:spcAft>
              <a:buNone/>
            </a:pPr>
            <a:r>
              <a:rPr lang="en-US" sz="2200" b="1" dirty="0">
                <a:latin typeface="Google Sans Text"/>
              </a:rPr>
              <a:t>4. Preventive Best Practices</a:t>
            </a:r>
          </a:p>
          <a:p>
            <a:pPr marL="0" indent="0">
              <a:spcAft>
                <a:spcPts val="50"/>
              </a:spcAft>
              <a:buNone/>
            </a:pPr>
            <a:endParaRPr lang="en-US" sz="2200" dirty="0">
              <a:latin typeface="Google Sans Text"/>
            </a:endParaRPr>
          </a:p>
          <a:p>
            <a:pPr marL="0" indent="0">
              <a:spcAft>
                <a:spcPts val="50"/>
              </a:spcAft>
              <a:buNone/>
            </a:pPr>
            <a:r>
              <a:rPr lang="en-US" sz="2200" dirty="0">
                <a:latin typeface="Google Sans Text"/>
              </a:rPr>
              <a:t>To avoid legal issues and data breaches, organizations should follow the SPDI Rules, 2011 by implementing measures like encryption, access control, and regular security audits. Legally, companies should use Non-Disclosure Agreements (NDAs) to protect confidential information. If a dispute arises, sending a legal notice can help resolve the issue before going to court.</a:t>
            </a:r>
          </a:p>
        </p:txBody>
      </p:sp>
      <p:sp>
        <p:nvSpPr>
          <p:cNvPr id="4" name="Slide Number Placeholder 3">
            <a:extLst>
              <a:ext uri="{FF2B5EF4-FFF2-40B4-BE49-F238E27FC236}">
                <a16:creationId xmlns:a16="http://schemas.microsoft.com/office/drawing/2014/main" id="{AD5B4352-C450-E8CB-75EB-74AC2BF0844B}"/>
              </a:ext>
            </a:extLst>
          </p:cNvPr>
          <p:cNvSpPr>
            <a:spLocks noGrp="1"/>
          </p:cNvSpPr>
          <p:nvPr>
            <p:ph type="sldNum" sz="quarter" idx="4"/>
          </p:nvPr>
        </p:nvSpPr>
        <p:spPr/>
        <p:txBody>
          <a:bodyPr/>
          <a:lstStyle/>
          <a:p>
            <a:fld id="{B5CEABB6-07DC-46E8-9B57-56EC44A396E5}" type="slidenum">
              <a:rPr lang="en-US" smtClean="0"/>
              <a:pPr/>
              <a:t>8</a:t>
            </a:fld>
            <a:endParaRPr lang="en-US" dirty="0"/>
          </a:p>
        </p:txBody>
      </p:sp>
    </p:spTree>
    <p:extLst>
      <p:ext uri="{BB962C8B-B14F-4D97-AF65-F5344CB8AC3E}">
        <p14:creationId xmlns:p14="http://schemas.microsoft.com/office/powerpoint/2010/main" val="8049613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79D2D6-1C1C-01A4-5A72-4E4AE53776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BB2181-DC9B-7258-4BA7-C67A80F1B37A}"/>
              </a:ext>
            </a:extLst>
          </p:cNvPr>
          <p:cNvSpPr>
            <a:spLocks noGrp="1"/>
          </p:cNvSpPr>
          <p:nvPr>
            <p:ph type="title"/>
          </p:nvPr>
        </p:nvSpPr>
        <p:spPr>
          <a:xfrm>
            <a:off x="914399" y="365125"/>
            <a:ext cx="10363201" cy="723445"/>
          </a:xfrm>
        </p:spPr>
        <p:txBody>
          <a:bodyPr/>
          <a:lstStyle/>
          <a:p>
            <a:r>
              <a:rPr lang="en-US" b="1" dirty="0"/>
              <a:t>How the New Laws Work With the IT Act</a:t>
            </a:r>
          </a:p>
        </p:txBody>
      </p:sp>
      <p:sp>
        <p:nvSpPr>
          <p:cNvPr id="3" name="Content Placeholder 2">
            <a:extLst>
              <a:ext uri="{FF2B5EF4-FFF2-40B4-BE49-F238E27FC236}">
                <a16:creationId xmlns:a16="http://schemas.microsoft.com/office/drawing/2014/main" id="{C2C7EB93-6A0E-9C4F-DD88-6AB6A96883D9}"/>
              </a:ext>
            </a:extLst>
          </p:cNvPr>
          <p:cNvSpPr>
            <a:spLocks noGrp="1"/>
          </p:cNvSpPr>
          <p:nvPr>
            <p:ph sz="quarter" idx="10"/>
          </p:nvPr>
        </p:nvSpPr>
        <p:spPr>
          <a:xfrm>
            <a:off x="914399" y="1341098"/>
            <a:ext cx="10619875" cy="5053263"/>
          </a:xfrm>
        </p:spPr>
        <p:txBody>
          <a:bodyPr>
            <a:noAutofit/>
          </a:bodyPr>
          <a:lstStyle/>
          <a:p>
            <a:pPr marL="0" indent="0">
              <a:buNone/>
            </a:pPr>
            <a:r>
              <a:rPr lang="en-US" sz="2200" dirty="0">
                <a:latin typeface="Google Sans Text"/>
              </a:rPr>
              <a:t>The IT Act and the new criminal laws (BNS, BNSS, BSA) now operate together :</a:t>
            </a:r>
          </a:p>
          <a:p>
            <a:r>
              <a:rPr lang="en-US" sz="2200" b="1" dirty="0">
                <a:latin typeface="Google Sans Text"/>
              </a:rPr>
              <a:t>Dual Prosecution:</a:t>
            </a:r>
            <a:r>
              <a:rPr lang="en-US" sz="2200" dirty="0">
                <a:latin typeface="Google Sans Text"/>
              </a:rPr>
              <a:t> A single cybercrime is often prosecuted under </a:t>
            </a:r>
            <a:r>
              <a:rPr lang="en-US" sz="2200" b="1" dirty="0">
                <a:latin typeface="Google Sans Text"/>
              </a:rPr>
              <a:t>both</a:t>
            </a:r>
            <a:r>
              <a:rPr lang="en-US" sz="2200" dirty="0">
                <a:latin typeface="Google Sans Text"/>
              </a:rPr>
              <a:t> the IT Act and the BNS. For example:</a:t>
            </a:r>
          </a:p>
          <a:p>
            <a:pPr lvl="1"/>
            <a:r>
              <a:rPr lang="en-US" sz="2200" b="1" dirty="0">
                <a:latin typeface="Google Sans Text"/>
              </a:rPr>
              <a:t>Hacking:</a:t>
            </a:r>
            <a:r>
              <a:rPr lang="en-US" sz="2200" dirty="0">
                <a:latin typeface="Google Sans Text"/>
              </a:rPr>
              <a:t> Penalized under </a:t>
            </a:r>
            <a:r>
              <a:rPr lang="en-US" sz="2200" b="1" dirty="0">
                <a:latin typeface="Google Sans Text"/>
              </a:rPr>
              <a:t>Section 66 of the IT Act</a:t>
            </a:r>
            <a:r>
              <a:rPr lang="en-US" sz="2200" dirty="0">
                <a:latin typeface="Google Sans Text"/>
              </a:rPr>
              <a:t> (for the unauthorized access) and also under </a:t>
            </a:r>
            <a:r>
              <a:rPr lang="en-US" sz="2200" b="1" dirty="0">
                <a:latin typeface="Google Sans Text"/>
              </a:rPr>
              <a:t>Section 324 of the BNS</a:t>
            </a:r>
            <a:r>
              <a:rPr lang="en-US" sz="2200" dirty="0">
                <a:latin typeface="Google Sans Text"/>
              </a:rPr>
              <a:t> (for committing "mischief" by damaging digital property) .</a:t>
            </a:r>
          </a:p>
          <a:p>
            <a:pPr lvl="1"/>
            <a:r>
              <a:rPr lang="en-US" sz="2200" b="1" dirty="0">
                <a:latin typeface="Google Sans Text"/>
              </a:rPr>
              <a:t>Identity Theft:</a:t>
            </a:r>
            <a:r>
              <a:rPr lang="en-US" sz="2200" dirty="0">
                <a:latin typeface="Google Sans Text"/>
              </a:rPr>
              <a:t> Punishable under </a:t>
            </a:r>
            <a:r>
              <a:rPr lang="en-US" sz="2200" b="1" dirty="0">
                <a:latin typeface="Google Sans Text"/>
              </a:rPr>
              <a:t>Section 66C of the IT Act</a:t>
            </a:r>
            <a:r>
              <a:rPr lang="en-US" sz="2200" dirty="0">
                <a:latin typeface="Google Sans Text"/>
              </a:rPr>
              <a:t> and </a:t>
            </a:r>
            <a:r>
              <a:rPr lang="en-US" sz="2200" b="1" dirty="0">
                <a:latin typeface="Google Sans Text"/>
              </a:rPr>
              <a:t>Section 319 of the BNS</a:t>
            </a:r>
            <a:r>
              <a:rPr lang="en-US" sz="2200" dirty="0">
                <a:latin typeface="Google Sans Text"/>
              </a:rPr>
              <a:t> (cheating by personation) .</a:t>
            </a:r>
          </a:p>
          <a:p>
            <a:r>
              <a:rPr lang="en-US" sz="2200" b="1" dirty="0">
                <a:latin typeface="Google Sans Text"/>
              </a:rPr>
              <a:t>Stronger Digital Evidence:</a:t>
            </a:r>
            <a:r>
              <a:rPr lang="en-US" sz="2200" dirty="0">
                <a:latin typeface="Google Sans Text"/>
              </a:rPr>
              <a:t> The new </a:t>
            </a:r>
            <a:r>
              <a:rPr lang="en-US" sz="2200" b="1" dirty="0">
                <a:latin typeface="Google Sans Text"/>
              </a:rPr>
              <a:t>Bharatiya </a:t>
            </a:r>
            <a:r>
              <a:rPr lang="en-US" sz="2200" b="1" dirty="0" err="1">
                <a:latin typeface="Google Sans Text"/>
              </a:rPr>
              <a:t>Sakshya</a:t>
            </a:r>
            <a:r>
              <a:rPr lang="en-US" sz="2200" b="1" dirty="0">
                <a:latin typeface="Google Sans Text"/>
              </a:rPr>
              <a:t> </a:t>
            </a:r>
            <a:r>
              <a:rPr lang="en-US" sz="2200" b="1" dirty="0" err="1">
                <a:latin typeface="Google Sans Text"/>
              </a:rPr>
              <a:t>Adhiniyam</a:t>
            </a:r>
            <a:r>
              <a:rPr lang="en-US" sz="2200" b="1" dirty="0">
                <a:latin typeface="Google Sans Text"/>
              </a:rPr>
              <a:t> (BSA) 2023</a:t>
            </a:r>
            <a:r>
              <a:rPr lang="en-US" sz="2200" dirty="0">
                <a:latin typeface="Google Sans Text"/>
              </a:rPr>
              <a:t> [</a:t>
            </a:r>
            <a:r>
              <a:rPr lang="en-IN" sz="2200" b="1" dirty="0"/>
              <a:t>Indian Evidence Act, 1872 ], </a:t>
            </a:r>
            <a:r>
              <a:rPr lang="en-US" sz="2200" dirty="0">
                <a:latin typeface="Google Sans Text"/>
              </a:rPr>
              <a:t>provides a much stricter and more detailed framework for admitting electronic records (emails, WhatsApp chats, server logs) as evidence in court. It emphasizes "hash values" (digital fingerprints) to prove that the evidence has not been tampered with</a:t>
            </a:r>
          </a:p>
        </p:txBody>
      </p:sp>
      <p:sp>
        <p:nvSpPr>
          <p:cNvPr id="5" name="Slide Number Placeholder 4">
            <a:extLst>
              <a:ext uri="{FF2B5EF4-FFF2-40B4-BE49-F238E27FC236}">
                <a16:creationId xmlns:a16="http://schemas.microsoft.com/office/drawing/2014/main" id="{03AFF7C0-8995-F08C-FE9F-FA6C85737A4F}"/>
              </a:ext>
            </a:extLst>
          </p:cNvPr>
          <p:cNvSpPr>
            <a:spLocks noGrp="1"/>
          </p:cNvSpPr>
          <p:nvPr>
            <p:ph type="sldNum" sz="quarter" idx="4"/>
          </p:nvPr>
        </p:nvSpPr>
        <p:spPr>
          <a:xfrm>
            <a:off x="914400" y="6246254"/>
            <a:ext cx="631065" cy="296214"/>
          </a:xfrm>
        </p:spPr>
        <p:txBody>
          <a:bodyPr/>
          <a:lstStyle/>
          <a:p>
            <a:fld id="{B5CEABB6-07DC-46E8-9B57-56EC44A396E5}" type="slidenum">
              <a:rPr lang="en-US" smtClean="0"/>
              <a:pPr/>
              <a:t>9</a:t>
            </a:fld>
            <a:endParaRPr lang="en-US" dirty="0"/>
          </a:p>
        </p:txBody>
      </p:sp>
    </p:spTree>
    <p:extLst>
      <p:ext uri="{BB962C8B-B14F-4D97-AF65-F5344CB8AC3E}">
        <p14:creationId xmlns:p14="http://schemas.microsoft.com/office/powerpoint/2010/main" val="30368387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446CC4-2B3B-7523-3FAB-34B5B48E61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002294-804B-4817-20F7-81EFBE6D5E4E}"/>
              </a:ext>
            </a:extLst>
          </p:cNvPr>
          <p:cNvSpPr>
            <a:spLocks noGrp="1"/>
          </p:cNvSpPr>
          <p:nvPr>
            <p:ph type="title"/>
          </p:nvPr>
        </p:nvSpPr>
        <p:spPr>
          <a:xfrm>
            <a:off x="1012723" y="337108"/>
            <a:ext cx="4719483" cy="549275"/>
          </a:xfrm>
        </p:spPr>
        <p:txBody>
          <a:bodyPr>
            <a:normAutofit fontScale="90000"/>
          </a:bodyPr>
          <a:lstStyle/>
          <a:p>
            <a:r>
              <a:rPr lang="en-GB" b="1" dirty="0"/>
              <a:t>Preventive Measures</a:t>
            </a:r>
            <a:br>
              <a:rPr lang="en-GB" b="1" dirty="0"/>
            </a:br>
            <a:endParaRPr lang="en-US" b="1" dirty="0"/>
          </a:p>
        </p:txBody>
      </p:sp>
      <p:sp>
        <p:nvSpPr>
          <p:cNvPr id="3" name="Content Placeholder 2">
            <a:extLst>
              <a:ext uri="{FF2B5EF4-FFF2-40B4-BE49-F238E27FC236}">
                <a16:creationId xmlns:a16="http://schemas.microsoft.com/office/drawing/2014/main" id="{6643E5C2-F51A-4863-B9B0-90B4DC9CC5CE}"/>
              </a:ext>
            </a:extLst>
          </p:cNvPr>
          <p:cNvSpPr>
            <a:spLocks noGrp="1"/>
          </p:cNvSpPr>
          <p:nvPr>
            <p:ph sz="quarter" idx="10"/>
          </p:nvPr>
        </p:nvSpPr>
        <p:spPr>
          <a:xfrm>
            <a:off x="433136" y="786914"/>
            <a:ext cx="11325728" cy="5284172"/>
          </a:xfrm>
        </p:spPr>
        <p:txBody>
          <a:bodyPr>
            <a:noAutofit/>
          </a:bodyPr>
          <a:lstStyle/>
          <a:p>
            <a:pPr marL="0" indent="0">
              <a:buNone/>
            </a:pPr>
            <a:r>
              <a:rPr lang="en-US" sz="2400" dirty="0">
                <a:latin typeface="Google Sans Text"/>
              </a:rPr>
              <a:t>To avoid data breaches, both individuals and organizations must take proper precautions.</a:t>
            </a:r>
          </a:p>
          <a:p>
            <a:pPr marL="0" indent="0">
              <a:buNone/>
            </a:pPr>
            <a:r>
              <a:rPr lang="en-US" sz="2400" b="1" dirty="0">
                <a:latin typeface="Google Sans Text"/>
              </a:rPr>
              <a:t>For Individuals : Personal Safety Measures</a:t>
            </a:r>
          </a:p>
          <a:p>
            <a:pPr marL="0" indent="0">
              <a:buNone/>
            </a:pPr>
            <a:r>
              <a:rPr lang="en-US" sz="2400" b="1" dirty="0">
                <a:latin typeface="Google Sans Text"/>
              </a:rPr>
              <a:t>- </a:t>
            </a:r>
            <a:r>
              <a:rPr lang="en-US" sz="2400" dirty="0">
                <a:latin typeface="Google Sans Text"/>
              </a:rPr>
              <a:t>Individuals should use strong and unique passwords for different accounts to                                              prevent unauthorized access.                                                                                                             - Enabling two-factor authentication adds an extra layer of security.                                         - They should also avoid sharing sensitive personal information online to reduce the risk of misuse.</a:t>
            </a:r>
          </a:p>
          <a:p>
            <a:pPr marL="0" indent="0">
              <a:buNone/>
            </a:pPr>
            <a:r>
              <a:rPr lang="en-US" sz="2400" b="1" dirty="0">
                <a:latin typeface="Google Sans Text"/>
              </a:rPr>
              <a:t>For Organizations : Data Protection Measures</a:t>
            </a:r>
          </a:p>
          <a:p>
            <a:pPr marL="0" indent="0">
              <a:buNone/>
            </a:pPr>
            <a:r>
              <a:rPr lang="en-US" sz="2400" dirty="0">
                <a:latin typeface="Google Sans Text"/>
              </a:rPr>
              <a:t>- Organizations should implement data encryption to protect sensitive information.            - Access to critical data must be restricted only to authorized personnel.                                 - Regular security audits should be conducted to identify vulnerabilities                                  - employees should be trained on data protection practices to minimize risks.</a:t>
            </a:r>
          </a:p>
          <a:p>
            <a:pPr marL="0" indent="0">
              <a:buNone/>
            </a:pPr>
            <a:endParaRPr lang="en-US" sz="2400" dirty="0">
              <a:latin typeface="Google Sans Text"/>
            </a:endParaRPr>
          </a:p>
          <a:p>
            <a:pPr marL="0" indent="0">
              <a:buNone/>
            </a:pPr>
            <a:r>
              <a:rPr lang="en-US" sz="2400" dirty="0">
                <a:latin typeface="Google Sans Text"/>
              </a:rPr>
              <a:t>---</a:t>
            </a:r>
            <a:endParaRPr lang="en-GB" sz="2400" dirty="0">
              <a:latin typeface="Google Sans Text"/>
            </a:endParaRPr>
          </a:p>
        </p:txBody>
      </p:sp>
      <p:sp>
        <p:nvSpPr>
          <p:cNvPr id="4" name="Slide Number Placeholder 3">
            <a:extLst>
              <a:ext uri="{FF2B5EF4-FFF2-40B4-BE49-F238E27FC236}">
                <a16:creationId xmlns:a16="http://schemas.microsoft.com/office/drawing/2014/main" id="{3DB320EB-CEA6-4381-C144-08D6E1DFD28B}"/>
              </a:ext>
            </a:extLst>
          </p:cNvPr>
          <p:cNvSpPr>
            <a:spLocks noGrp="1"/>
          </p:cNvSpPr>
          <p:nvPr>
            <p:ph type="sldNum" sz="quarter" idx="4"/>
          </p:nvPr>
        </p:nvSpPr>
        <p:spPr/>
        <p:txBody>
          <a:bodyPr/>
          <a:lstStyle/>
          <a:p>
            <a:fld id="{B5CEABB6-07DC-46E8-9B57-56EC44A396E5}" type="slidenum">
              <a:rPr lang="en-US" smtClean="0"/>
              <a:pPr/>
              <a:t>10</a:t>
            </a:fld>
            <a:endParaRPr lang="en-US" dirty="0"/>
          </a:p>
        </p:txBody>
      </p:sp>
    </p:spTree>
    <p:extLst>
      <p:ext uri="{BB962C8B-B14F-4D97-AF65-F5344CB8AC3E}">
        <p14:creationId xmlns:p14="http://schemas.microsoft.com/office/powerpoint/2010/main" val="8700213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77B52831-0916-294C-0ACB-9774B9805D9B}"/>
              </a:ext>
              <a:ext uri="{C183D7F6-B498-43B3-948B-1728B52AA6E4}">
                <adec:decorative xmlns:adec="http://schemas.microsoft.com/office/drawing/2017/decorative" val="1"/>
              </a:ext>
            </a:extLst>
          </p:cNvPr>
          <p:cNvPicPr>
            <a:picLocks noChangeAspect="1"/>
          </p:cNvPicPr>
          <p:nvPr/>
        </p:nvPicPr>
        <p:blipFill rotWithShape="1">
          <a:blip r:embed="rId3">
            <a:extLst>
              <a:ext uri="{96DAC541-7B7A-43D3-8B79-37D633B846F1}">
                <asvg:svgBlip xmlns:asvg="http://schemas.microsoft.com/office/drawing/2016/SVG/main" r:embed="rId4"/>
              </a:ext>
            </a:extLst>
          </a:blip>
          <a:srcRect l="4151" r="18577"/>
          <a:stretch/>
        </p:blipFill>
        <p:spPr>
          <a:xfrm flipH="1">
            <a:off x="0" y="0"/>
            <a:ext cx="5181600" cy="6858000"/>
          </a:xfrm>
          <a:prstGeom prst="rect">
            <a:avLst/>
          </a:prstGeom>
        </p:spPr>
      </p:pic>
      <p:sp>
        <p:nvSpPr>
          <p:cNvPr id="7" name="Title 6">
            <a:extLst>
              <a:ext uri="{FF2B5EF4-FFF2-40B4-BE49-F238E27FC236}">
                <a16:creationId xmlns:a16="http://schemas.microsoft.com/office/drawing/2014/main" id="{E82E216E-9EE0-9D3F-D692-083F575A3D04}"/>
              </a:ext>
            </a:extLst>
          </p:cNvPr>
          <p:cNvSpPr>
            <a:spLocks noGrp="1"/>
          </p:cNvSpPr>
          <p:nvPr>
            <p:ph type="title"/>
          </p:nvPr>
        </p:nvSpPr>
        <p:spPr>
          <a:xfrm>
            <a:off x="6091515" y="374090"/>
            <a:ext cx="5057104" cy="3624984"/>
          </a:xfrm>
        </p:spPr>
        <p:txBody>
          <a:bodyPr/>
          <a:lstStyle/>
          <a:p>
            <a:r>
              <a:rPr lang="en-US" dirty="0"/>
              <a:t>Thank you</a:t>
            </a:r>
          </a:p>
        </p:txBody>
      </p:sp>
    </p:spTree>
    <p:extLst>
      <p:ext uri="{BB962C8B-B14F-4D97-AF65-F5344CB8AC3E}">
        <p14:creationId xmlns:p14="http://schemas.microsoft.com/office/powerpoint/2010/main" val="769932640"/>
      </p:ext>
    </p:extLst>
  </p:cSld>
  <p:clrMapOvr>
    <a:masterClrMapping/>
  </p:clrMapOvr>
</p:sld>
</file>

<file path=ppt/theme/theme1.xml><?xml version="1.0" encoding="utf-8"?>
<a:theme xmlns:a="http://schemas.openxmlformats.org/drawingml/2006/main" name="Custom">
  <a:themeElements>
    <a:clrScheme name="Custom 149">
      <a:dk1>
        <a:sysClr val="windowText" lastClr="000000"/>
      </a:dk1>
      <a:lt1>
        <a:sysClr val="window" lastClr="FFFFFF"/>
      </a:lt1>
      <a:dk2>
        <a:srgbClr val="44546A"/>
      </a:dk2>
      <a:lt2>
        <a:srgbClr val="E7E6E6"/>
      </a:lt2>
      <a:accent1>
        <a:srgbClr val="E9E6DF"/>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56">
      <a:majorFont>
        <a:latin typeface="Tenorite"/>
        <a:ea typeface=""/>
        <a:cs typeface=""/>
      </a:majorFont>
      <a:minorFont>
        <a:latin typeface="Tenori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22318419_win32_SL_V9" id="{8502042B-488E-4F33-AD20-77B40A1BC1AA}" vid="{A90C26AF-23CA-48C5-BFF9-84DC7B1C917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B045227-5724-4DBF-9712-031B1BFB2C3C}">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622457D9-12AC-4794-A05E-F1B90FCD8DA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B7B39BD0-040C-43BE-B0E4-512B09E8003F}">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Minimalist sales pitch</Template>
  <TotalTime>85</TotalTime>
  <Words>1420</Words>
  <Application>Microsoft Office PowerPoint</Application>
  <PresentationFormat>Widescreen</PresentationFormat>
  <Paragraphs>102</Paragraphs>
  <Slides>11</Slides>
  <Notes>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Arial</vt:lpstr>
      <vt:lpstr>Bahnschrift Condensed</vt:lpstr>
      <vt:lpstr>Calibri</vt:lpstr>
      <vt:lpstr>Google Sans Text</vt:lpstr>
      <vt:lpstr>Tenorite</vt:lpstr>
      <vt:lpstr>Custom</vt:lpstr>
      <vt:lpstr>Breach of Confidentiality  and Privacy under the IT Act</vt:lpstr>
      <vt:lpstr>INDEX </vt:lpstr>
      <vt:lpstr>   The Information Technology Act, 2000  </vt:lpstr>
      <vt:lpstr>IMPORTANT SECTIONS - CONFIDENTIALITY</vt:lpstr>
      <vt:lpstr>IMPORTANT SECTIONS - PRIVACY</vt:lpstr>
      <vt:lpstr>Breach of Confidentiality and Privacy </vt:lpstr>
      <vt:lpstr>Resolve: Addressing Breaches under the IT Act</vt:lpstr>
      <vt:lpstr>Resolve: Addressing Breaches under the IT Act</vt:lpstr>
      <vt:lpstr>How the New Laws Work With the IT Act</vt:lpstr>
      <vt:lpstr>Preventive Measures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Mohamed Nihal</dc:creator>
  <cp:lastModifiedBy>Mohamed Nihal</cp:lastModifiedBy>
  <cp:revision>2</cp:revision>
  <dcterms:created xsi:type="dcterms:W3CDTF">2026-03-24T15:47:28Z</dcterms:created>
  <dcterms:modified xsi:type="dcterms:W3CDTF">2026-03-24T17:18:42Z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